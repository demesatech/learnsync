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</p:sldIdLst>
  <p:sldSz cx="18288000" cy="10287000"/>
  <p:notesSz cx="6858000" cy="9144000"/>
  <p:embeddedFontLst>
    <p:embeddedFont>
      <p:font typeface="Poppins" panose="00000500000000000000" pitchFamily="2" charset="0"/>
      <p:regular r:id="rId10"/>
    </p:embeddedFont>
    <p:embeddedFont>
      <p:font typeface="Poppins Bold" panose="00000800000000000000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DA61E-C399-452D-A66D-A6D18C3D3E1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D2FDD-464A-48DE-9368-24F62F80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1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D2FDD-464A-48DE-9368-24F62F80D4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02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544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201040" y="7761198"/>
            <a:ext cx="14438595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  <a:spcBef>
                <a:spcPct val="0"/>
              </a:spcBef>
            </a:pPr>
            <a:r>
              <a:rPr lang="en-US" sz="399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Course: Introduction to Human Computer Interaction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20337" y="8548468"/>
            <a:ext cx="696399" cy="63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8"/>
              </a:lnSpc>
              <a:spcBef>
                <a:spcPct val="0"/>
              </a:spcBef>
            </a:pPr>
            <a:r>
              <a:rPr lang="en-US" sz="35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1-A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8362" y="595330"/>
            <a:ext cx="14991271" cy="4048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42"/>
              </a:lnSpc>
              <a:spcBef>
                <a:spcPct val="0"/>
              </a:spcBef>
            </a:pPr>
            <a:r>
              <a:rPr lang="en-US" sz="767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TUKLASSIPOCOT: </a:t>
            </a:r>
          </a:p>
          <a:p>
            <a:pPr algn="ctr">
              <a:lnSpc>
                <a:spcPts val="10742"/>
              </a:lnSpc>
              <a:spcBef>
                <a:spcPct val="0"/>
              </a:spcBef>
            </a:pPr>
            <a:r>
              <a:rPr lang="en-US" sz="767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FIDELITY PROTOTYPE PRESENTATION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6001" y="4851578"/>
            <a:ext cx="11655991" cy="283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  <a:spcBef>
                <a:spcPct val="0"/>
              </a:spcBef>
            </a:pPr>
            <a:r>
              <a:rPr lang="en-US" sz="399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Group 3:</a:t>
            </a:r>
          </a:p>
          <a:p>
            <a:pPr algn="ctr">
              <a:lnSpc>
                <a:spcPts val="5598"/>
              </a:lnSpc>
              <a:spcBef>
                <a:spcPct val="0"/>
              </a:spcBef>
            </a:pPr>
            <a:r>
              <a:rPr lang="en-US" sz="399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Kenneth Ivan M. </a:t>
            </a:r>
            <a:r>
              <a:rPr lang="en-US" sz="399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Amaranto</a:t>
            </a:r>
            <a:endParaRPr lang="en-US" sz="399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5598"/>
              </a:lnSpc>
              <a:spcBef>
                <a:spcPct val="0"/>
              </a:spcBef>
            </a:pPr>
            <a:r>
              <a:rPr lang="en-US" sz="399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Gwyneth A. </a:t>
            </a:r>
            <a:r>
              <a:rPr lang="en-US" sz="399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Biana</a:t>
            </a:r>
            <a:endParaRPr lang="en-US" sz="399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5598"/>
              </a:lnSpc>
              <a:spcBef>
                <a:spcPct val="0"/>
              </a:spcBef>
            </a:pPr>
            <a:r>
              <a:rPr lang="en-US" sz="399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 Luigi M. </a:t>
            </a:r>
            <a:r>
              <a:rPr lang="en-US" sz="399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Jaucian</a:t>
            </a:r>
            <a:endParaRPr lang="en-US" sz="399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3937" y="570712"/>
            <a:ext cx="15182849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500"/>
              </a:lnSpc>
            </a:pPr>
            <a:r>
              <a:rPr lang="en-US" sz="7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OF THE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39238" y="4459294"/>
            <a:ext cx="9525" cy="117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23937" y="2040407"/>
            <a:ext cx="16230600" cy="6206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30"/>
              </a:lnSpc>
            </a:pPr>
            <a:r>
              <a:rPr lang="en-US" sz="4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TuklasSipocot</a:t>
            </a:r>
            <a:r>
              <a:rPr lang="en-US" sz="4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a mobile tourism application designed to promote and provide tourist information about the Municipality of </a:t>
            </a:r>
            <a:r>
              <a:rPr lang="en-US" sz="4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Sipocot</a:t>
            </a:r>
            <a:r>
              <a:rPr lang="en-US" sz="4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Camarines Sur. It helps users explore Tourist destinations, Festivals and events, Local cuisines and products and History and culture.</a:t>
            </a:r>
          </a:p>
          <a:p>
            <a:pPr algn="just">
              <a:lnSpc>
                <a:spcPts val="6130"/>
              </a:lnSpc>
            </a:pPr>
            <a:r>
              <a:rPr lang="en-US" sz="4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purpose of </a:t>
            </a:r>
            <a:r>
              <a:rPr lang="en-US" sz="4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TuklasSipocot</a:t>
            </a:r>
            <a:r>
              <a:rPr lang="en-US" sz="4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to provide organized, accessible, and user-friendly tourism information in one prototype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3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60749" y="1189032"/>
            <a:ext cx="6221101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0749" y="2628900"/>
            <a:ext cx="16404602" cy="461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64"/>
              </a:lnSpc>
            </a:pPr>
            <a:r>
              <a:rPr lang="en-US" sz="5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main goal of this project is to design an app that is easy for users in </a:t>
            </a:r>
            <a:r>
              <a:rPr lang="en-US" sz="5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Sipocot</a:t>
            </a:r>
            <a:r>
              <a:rPr lang="en-US" sz="5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Tourism Application that promotes the municipality’s tourist attractions, culture, food, and events while providing accessible information for visitors and residents.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5990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447800" y="235307"/>
            <a:ext cx="16230600" cy="7741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30"/>
              </a:lnSpc>
            </a:pPr>
            <a:endParaRPr dirty="0"/>
          </a:p>
          <a:p>
            <a:pPr algn="just">
              <a:lnSpc>
                <a:spcPts val="6130"/>
              </a:lnSpc>
            </a:pPr>
            <a:endParaRPr dirty="0"/>
          </a:p>
          <a:p>
            <a:pPr algn="just">
              <a:lnSpc>
                <a:spcPts val="6130"/>
              </a:lnSpc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Specifically, this project aims to:</a:t>
            </a:r>
          </a:p>
          <a:p>
            <a:pPr marL="742950" indent="-742950" algn="just">
              <a:lnSpc>
                <a:spcPts val="613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show </a:t>
            </a:r>
            <a:r>
              <a:rPr lang="en-US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Sipocot’s</a:t>
            </a: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tourist spots with images and brief descriptions.</a:t>
            </a:r>
          </a:p>
          <a:p>
            <a:pPr marL="742950" indent="-742950" algn="just">
              <a:lnSpc>
                <a:spcPts val="613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provide updated information about local festivals, events, and activities.</a:t>
            </a:r>
          </a:p>
          <a:p>
            <a:pPr marL="742950" indent="-742950" algn="just">
              <a:lnSpc>
                <a:spcPts val="613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showcase local cuisine, delicacies, and other local products.</a:t>
            </a:r>
          </a:p>
          <a:p>
            <a:pPr marL="742950" indent="-742950" algn="just">
              <a:lnSpc>
                <a:spcPts val="613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present information about </a:t>
            </a:r>
            <a:r>
              <a:rPr lang="en-US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Sipocot’s</a:t>
            </a: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history, culture, and traditions.</a:t>
            </a:r>
          </a:p>
          <a:p>
            <a:pPr marL="742950" indent="-742950" algn="just">
              <a:lnSpc>
                <a:spcPts val="613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design a user-friendly interface that is simple, organized, and easy to navigate.</a:t>
            </a:r>
          </a:p>
          <a:p>
            <a:pPr marL="742950" indent="-742950" algn="just">
              <a:lnSpc>
                <a:spcPts val="613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help increase awareness and interest in </a:t>
            </a:r>
            <a:r>
              <a:rPr lang="en-US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Sipocot</a:t>
            </a: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as a tourist destination.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95535"/>
            <a:ext cx="10510884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SPECIFIC OBJECTIVES: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62000" y="637105"/>
            <a:ext cx="7613461" cy="1108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100"/>
              </a:lnSpc>
            </a:pPr>
            <a:r>
              <a:rPr lang="en-US" sz="6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7827" y="2073591"/>
            <a:ext cx="16151473" cy="59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endParaRPr lang="en-US" sz="33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8424FDA-469A-4550-967E-4EE03C547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DDFE6-EDE7-4702-A8D9-ABB9CFB77E62}"/>
              </a:ext>
            </a:extLst>
          </p:cNvPr>
          <p:cNvSpPr txBox="1"/>
          <p:nvPr/>
        </p:nvSpPr>
        <p:spPr>
          <a:xfrm>
            <a:off x="1028700" y="1759523"/>
            <a:ext cx="1733842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Poppins" panose="020B0604020202020204" charset="0"/>
                <a:cs typeface="Poppins" panose="020B0604020202020204" charset="0"/>
              </a:rPr>
              <a:t>User Authentication </a:t>
            </a:r>
            <a:r>
              <a:rPr lang="en-US" sz="3600" dirty="0">
                <a:latin typeface="Poppins" panose="020B0604020202020204" charset="0"/>
                <a:cs typeface="Poppins" panose="020B0604020202020204" charset="0"/>
              </a:rPr>
              <a:t>– Allows users to create an account, securely log in, and log out of the application.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Poppins" panose="020B0604020202020204" charset="0"/>
                <a:cs typeface="Poppins" panose="020B0604020202020204" charset="0"/>
              </a:rPr>
              <a:t>Search Functionality</a:t>
            </a:r>
            <a:r>
              <a:rPr lang="en-US" sz="3600" dirty="0">
                <a:latin typeface="Poppins" panose="020B0604020202020204" charset="0"/>
                <a:cs typeface="Poppins" panose="020B0604020202020204" charset="0"/>
              </a:rPr>
              <a:t> – Enables users to search destinations, events, food, and local products quickly.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Poppins" panose="020B0604020202020204" charset="0"/>
                <a:cs typeface="Poppins" panose="020B0604020202020204" charset="0"/>
              </a:rPr>
              <a:t>Destination Browsing </a:t>
            </a:r>
            <a:r>
              <a:rPr lang="en-US" sz="3600" dirty="0">
                <a:latin typeface="Poppins" panose="020B0604020202020204" charset="0"/>
                <a:cs typeface="Poppins" panose="020B0604020202020204" charset="0"/>
              </a:rPr>
              <a:t>– Allows users to explore tourist spots and attractions in </a:t>
            </a:r>
            <a:r>
              <a:rPr lang="en-US" sz="3600" dirty="0" err="1">
                <a:latin typeface="Poppins" panose="020B0604020202020204" charset="0"/>
                <a:cs typeface="Poppins" panose="020B0604020202020204" charset="0"/>
              </a:rPr>
              <a:t>Sipocot</a:t>
            </a:r>
            <a:r>
              <a:rPr lang="en-US" sz="3600" dirty="0">
                <a:latin typeface="Poppins" panose="020B0604020202020204" charset="0"/>
                <a:cs typeface="Poppins" panose="020B0604020202020204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Poppins" panose="020B0604020202020204" charset="0"/>
                <a:cs typeface="Poppins" panose="020B0604020202020204" charset="0"/>
              </a:rPr>
              <a:t>Destination Information Display </a:t>
            </a:r>
            <a:r>
              <a:rPr lang="en-US" sz="3600" dirty="0">
                <a:latin typeface="Poppins" panose="020B0604020202020204" charset="0"/>
                <a:cs typeface="Poppins" panose="020B0604020202020204" charset="0"/>
              </a:rPr>
              <a:t>– Provides photos, descriptions, and location details of each destination.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Poppins" panose="020B0604020202020204" charset="0"/>
                <a:cs typeface="Poppins" panose="020B0604020202020204" charset="0"/>
              </a:rPr>
              <a:t>Events and Festivals Viewing </a:t>
            </a:r>
            <a:r>
              <a:rPr lang="en-US" sz="3600" dirty="0">
                <a:latin typeface="Poppins" panose="020B0604020202020204" charset="0"/>
                <a:cs typeface="Poppins" panose="020B0604020202020204" charset="0"/>
              </a:rPr>
              <a:t>– Shows upcoming festival and local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Poppins" panose="020B0604020202020204" charset="0"/>
                <a:cs typeface="Poppins" panose="020B0604020202020204" charset="0"/>
              </a:rPr>
              <a:t>Event Details Access </a:t>
            </a:r>
            <a:r>
              <a:rPr lang="en-US" sz="3600" dirty="0">
                <a:latin typeface="Poppins" panose="020B0604020202020204" charset="0"/>
                <a:cs typeface="Poppins" panose="020B0604020202020204" charset="0"/>
              </a:rPr>
              <a:t>– Displays schedules and descriptions of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7200" y="493852"/>
            <a:ext cx="7613461" cy="1108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100"/>
              </a:lnSpc>
            </a:pPr>
            <a:r>
              <a:rPr lang="en-US" sz="6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7827" y="2073591"/>
            <a:ext cx="16151473" cy="59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endParaRPr lang="en-US" sz="33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8424FDA-469A-4550-967E-4EE03C547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DDFE6-EDE7-4702-A8D9-ABB9CFB77E62}"/>
              </a:ext>
            </a:extLst>
          </p:cNvPr>
          <p:cNvSpPr txBox="1"/>
          <p:nvPr/>
        </p:nvSpPr>
        <p:spPr>
          <a:xfrm>
            <a:off x="838200" y="2053325"/>
            <a:ext cx="17147927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700" b="1" dirty="0">
                <a:latin typeface="Poppins" panose="020B0604020202020204" charset="0"/>
                <a:cs typeface="Poppins" panose="020B0604020202020204" charset="0"/>
              </a:rPr>
              <a:t>Local Cuisine and Products Viewing </a:t>
            </a:r>
            <a:r>
              <a:rPr lang="en-US" sz="3700" dirty="0">
                <a:latin typeface="Poppins" panose="020B0604020202020204" charset="0"/>
                <a:cs typeface="Poppins" panose="020B0604020202020204" charset="0"/>
              </a:rPr>
              <a:t>– Lets users discover famous foods and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700" b="1" dirty="0">
                <a:latin typeface="Poppins" panose="020B0604020202020204" charset="0"/>
                <a:cs typeface="Poppins" panose="020B0604020202020204" charset="0"/>
              </a:rPr>
              <a:t>Product Information Display </a:t>
            </a:r>
            <a:r>
              <a:rPr lang="en-US" sz="3700" dirty="0">
                <a:latin typeface="Poppins" panose="020B0604020202020204" charset="0"/>
                <a:cs typeface="Poppins" panose="020B0604020202020204" charset="0"/>
              </a:rPr>
              <a:t>– Shows product descriptions.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700" b="1" dirty="0">
                <a:latin typeface="Poppins" panose="020B0604020202020204" charset="0"/>
                <a:cs typeface="Poppins" panose="020B0604020202020204" charset="0"/>
              </a:rPr>
              <a:t>History and Culture Access</a:t>
            </a:r>
            <a:r>
              <a:rPr lang="en-US" sz="3700" dirty="0">
                <a:latin typeface="Poppins" panose="020B0604020202020204" charset="0"/>
                <a:cs typeface="Poppins" panose="020B0604020202020204" charset="0"/>
              </a:rPr>
              <a:t> – Provides information about </a:t>
            </a:r>
            <a:r>
              <a:rPr lang="en-US" sz="3700" dirty="0" err="1">
                <a:latin typeface="Poppins" panose="020B0604020202020204" charset="0"/>
                <a:cs typeface="Poppins" panose="020B0604020202020204" charset="0"/>
              </a:rPr>
              <a:t>Sipocot’s</a:t>
            </a:r>
            <a:r>
              <a:rPr lang="en-US" sz="3700" dirty="0">
                <a:latin typeface="Poppins" panose="020B0604020202020204" charset="0"/>
                <a:cs typeface="Poppins" panose="020B0604020202020204" charset="0"/>
              </a:rPr>
              <a:t> history and culture.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700" b="1" dirty="0">
                <a:latin typeface="Poppins" panose="020B0604020202020204" charset="0"/>
                <a:cs typeface="Poppins" panose="020B0604020202020204" charset="0"/>
              </a:rPr>
              <a:t>Favorites</a:t>
            </a:r>
            <a:r>
              <a:rPr lang="en-US" sz="3700" dirty="0">
                <a:latin typeface="Poppins" panose="020B0604020202020204" charset="0"/>
                <a:cs typeface="Poppins" panose="020B0604020202020204" charset="0"/>
              </a:rPr>
              <a:t> – Allows users to save preferred places or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700" b="1" dirty="0">
                <a:latin typeface="Poppins" panose="020B0604020202020204" charset="0"/>
                <a:cs typeface="Poppins" panose="020B0604020202020204" charset="0"/>
              </a:rPr>
              <a:t>Notification System </a:t>
            </a:r>
            <a:r>
              <a:rPr lang="en-US" sz="3700" dirty="0">
                <a:latin typeface="Poppins" panose="020B0604020202020204" charset="0"/>
                <a:cs typeface="Poppins" panose="020B0604020202020204" charset="0"/>
              </a:rPr>
              <a:t>– Sends updates and announcements to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700" b="1" dirty="0">
                <a:latin typeface="Poppins" panose="020B0604020202020204" charset="0"/>
                <a:cs typeface="Poppins" panose="020B0604020202020204" charset="0"/>
              </a:rPr>
              <a:t>Profile Management </a:t>
            </a:r>
            <a:r>
              <a:rPr lang="en-US" sz="3700" dirty="0">
                <a:latin typeface="Poppins" panose="020B0604020202020204" charset="0"/>
                <a:cs typeface="Poppins" panose="020B0604020202020204" charset="0"/>
              </a:rPr>
              <a:t>– Allows users update their personal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700" dirty="0"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3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18724" y="3804489"/>
            <a:ext cx="10250552" cy="2316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0"/>
              </a:lnSpc>
              <a:spcBef>
                <a:spcPct val="0"/>
              </a:spcBef>
            </a:pPr>
            <a:r>
              <a:rPr lang="en-US" sz="1286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395</Words>
  <Application>Microsoft Office PowerPoint</Application>
  <PresentationFormat>Custom</PresentationFormat>
  <Paragraphs>39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Poppins</vt:lpstr>
      <vt:lpstr>Poppins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</dc:title>
  <cp:lastModifiedBy>Kenneth Ivan Almaranto</cp:lastModifiedBy>
  <cp:revision>4</cp:revision>
  <dcterms:created xsi:type="dcterms:W3CDTF">2006-08-16T00:00:00Z</dcterms:created>
  <dcterms:modified xsi:type="dcterms:W3CDTF">2026-05-11T02:45:41Z</dcterms:modified>
  <dc:identifier>DAHEMKLjr08</dc:identifier>
</cp:coreProperties>
</file>