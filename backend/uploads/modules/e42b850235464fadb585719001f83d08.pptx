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15"/>
  </p:notesMasterIdLst>
  <p:sldIdLst>
    <p:sldId id="256" r:id="rId2"/>
    <p:sldId id="283" r:id="rId3"/>
    <p:sldId id="286" r:id="rId4"/>
    <p:sldId id="285" r:id="rId5"/>
    <p:sldId id="287" r:id="rId6"/>
    <p:sldId id="288" r:id="rId7"/>
    <p:sldId id="289" r:id="rId8"/>
    <p:sldId id="284" r:id="rId9"/>
    <p:sldId id="282" r:id="rId10"/>
    <p:sldId id="290" r:id="rId11"/>
    <p:sldId id="291" r:id="rId12"/>
    <p:sldId id="292" r:id="rId13"/>
    <p:sldId id="272" r:id="rId14"/>
  </p:sldIdLst>
  <p:sldSz cx="18288000" cy="10287000"/>
  <p:notesSz cx="6858000" cy="9144000"/>
  <p:embeddedFontLst>
    <p:embeddedFont>
      <p:font typeface="Alegreya Sans SC" panose="020B0604020202020204" charset="0"/>
      <p:regular r:id="rId16"/>
      <p:bold r:id="rId17"/>
      <p:italic r:id="rId18"/>
      <p:boldItalic r:id="rId19"/>
    </p:embeddedFont>
    <p:embeddedFont>
      <p:font typeface="Arial Black" panose="020B0A04020102020204" pitchFamily="34" charset="0"/>
      <p:bold r:id="rId20"/>
    </p:embeddedFont>
    <p:embeddedFont>
      <p:font typeface="Bodoni MT Black" panose="02070A03080606020203" pitchFamily="18" charset="0"/>
      <p:bold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7" d="100"/>
          <a:sy n="47" d="100"/>
        </p:scale>
        <p:origin x="500"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2E5FBF0-5F6A-19EC-3A0D-507CE099E395}"/>
            </a:ext>
          </a:extLst>
        </p:cNvPr>
        <p:cNvGrpSpPr/>
        <p:nvPr/>
      </p:nvGrpSpPr>
      <p:grpSpPr>
        <a:xfrm>
          <a:off x="0" y="0"/>
          <a:ext cx="0" cy="0"/>
          <a:chOff x="0" y="0"/>
          <a:chExt cx="0" cy="0"/>
        </a:xfrm>
      </p:grpSpPr>
      <p:sp>
        <p:nvSpPr>
          <p:cNvPr id="97" name="Google Shape;97;p4:notes">
            <a:extLst>
              <a:ext uri="{FF2B5EF4-FFF2-40B4-BE49-F238E27FC236}">
                <a16:creationId xmlns:a16="http://schemas.microsoft.com/office/drawing/2014/main" id="{5AD19978-699A-628D-1B30-A4F004BDCF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a:extLst>
              <a:ext uri="{FF2B5EF4-FFF2-40B4-BE49-F238E27FC236}">
                <a16:creationId xmlns:a16="http://schemas.microsoft.com/office/drawing/2014/main" id="{422B7CEE-A35E-D5EE-54AE-E1522462C9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3120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674118C7-817E-3274-72B9-E7E608897133}"/>
            </a:ext>
          </a:extLst>
        </p:cNvPr>
        <p:cNvGrpSpPr/>
        <p:nvPr/>
      </p:nvGrpSpPr>
      <p:grpSpPr>
        <a:xfrm>
          <a:off x="0" y="0"/>
          <a:ext cx="0" cy="0"/>
          <a:chOff x="0" y="0"/>
          <a:chExt cx="0" cy="0"/>
        </a:xfrm>
      </p:grpSpPr>
      <p:sp>
        <p:nvSpPr>
          <p:cNvPr id="97" name="Google Shape;97;p4:notes">
            <a:extLst>
              <a:ext uri="{FF2B5EF4-FFF2-40B4-BE49-F238E27FC236}">
                <a16:creationId xmlns:a16="http://schemas.microsoft.com/office/drawing/2014/main" id="{9F669D65-BFD9-B27F-3C44-7DAEEB94BE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a:extLst>
              <a:ext uri="{FF2B5EF4-FFF2-40B4-BE49-F238E27FC236}">
                <a16:creationId xmlns:a16="http://schemas.microsoft.com/office/drawing/2014/main" id="{076E1FB1-A8E5-EB37-F246-CBA46F46F6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6556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48F9C635-6EBA-EBF5-7529-BCEB596C772A}"/>
            </a:ext>
          </a:extLst>
        </p:cNvPr>
        <p:cNvGrpSpPr/>
        <p:nvPr/>
      </p:nvGrpSpPr>
      <p:grpSpPr>
        <a:xfrm>
          <a:off x="0" y="0"/>
          <a:ext cx="0" cy="0"/>
          <a:chOff x="0" y="0"/>
          <a:chExt cx="0" cy="0"/>
        </a:xfrm>
      </p:grpSpPr>
      <p:sp>
        <p:nvSpPr>
          <p:cNvPr id="97" name="Google Shape;97;p4:notes">
            <a:extLst>
              <a:ext uri="{FF2B5EF4-FFF2-40B4-BE49-F238E27FC236}">
                <a16:creationId xmlns:a16="http://schemas.microsoft.com/office/drawing/2014/main" id="{AD0CACCF-76EF-7365-D02F-F87C3C241A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a:extLst>
              <a:ext uri="{FF2B5EF4-FFF2-40B4-BE49-F238E27FC236}">
                <a16:creationId xmlns:a16="http://schemas.microsoft.com/office/drawing/2014/main" id="{E81B9516-E4DB-618B-69B8-91DC9FB304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2872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11BB7307-CC99-3FEA-1799-9D395C9DEE70}"/>
            </a:ext>
          </a:extLst>
        </p:cNvPr>
        <p:cNvGrpSpPr/>
        <p:nvPr/>
      </p:nvGrpSpPr>
      <p:grpSpPr>
        <a:xfrm>
          <a:off x="0" y="0"/>
          <a:ext cx="0" cy="0"/>
          <a:chOff x="0" y="0"/>
          <a:chExt cx="0" cy="0"/>
        </a:xfrm>
      </p:grpSpPr>
      <p:sp>
        <p:nvSpPr>
          <p:cNvPr id="97" name="Google Shape;97;p4:notes">
            <a:extLst>
              <a:ext uri="{FF2B5EF4-FFF2-40B4-BE49-F238E27FC236}">
                <a16:creationId xmlns:a16="http://schemas.microsoft.com/office/drawing/2014/main" id="{1AF40077-7040-BF9A-C107-BAC6B64AF5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a:extLst>
              <a:ext uri="{FF2B5EF4-FFF2-40B4-BE49-F238E27FC236}">
                <a16:creationId xmlns:a16="http://schemas.microsoft.com/office/drawing/2014/main" id="{F19740A2-0554-8CCE-2902-5E9A0BAEA0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5033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DFC27348-463D-1DD0-EF81-E0FF1D816E87}"/>
            </a:ext>
          </a:extLst>
        </p:cNvPr>
        <p:cNvGrpSpPr/>
        <p:nvPr/>
      </p:nvGrpSpPr>
      <p:grpSpPr>
        <a:xfrm>
          <a:off x="0" y="0"/>
          <a:ext cx="0" cy="0"/>
          <a:chOff x="0" y="0"/>
          <a:chExt cx="0" cy="0"/>
        </a:xfrm>
      </p:grpSpPr>
      <p:sp>
        <p:nvSpPr>
          <p:cNvPr id="97" name="Google Shape;97;p4:notes">
            <a:extLst>
              <a:ext uri="{FF2B5EF4-FFF2-40B4-BE49-F238E27FC236}">
                <a16:creationId xmlns:a16="http://schemas.microsoft.com/office/drawing/2014/main" id="{E1B34DCC-CE5E-7B7D-538D-316AF17398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a:extLst>
              <a:ext uri="{FF2B5EF4-FFF2-40B4-BE49-F238E27FC236}">
                <a16:creationId xmlns:a16="http://schemas.microsoft.com/office/drawing/2014/main" id="{6A1FD8D7-8CA8-1A9E-EFBC-E5569F2C36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4393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6277C39D-6917-71DE-4513-8A94091F3414}"/>
            </a:ext>
          </a:extLst>
        </p:cNvPr>
        <p:cNvGrpSpPr/>
        <p:nvPr/>
      </p:nvGrpSpPr>
      <p:grpSpPr>
        <a:xfrm>
          <a:off x="0" y="0"/>
          <a:ext cx="0" cy="0"/>
          <a:chOff x="0" y="0"/>
          <a:chExt cx="0" cy="0"/>
        </a:xfrm>
      </p:grpSpPr>
      <p:sp>
        <p:nvSpPr>
          <p:cNvPr id="97" name="Google Shape;97;p4:notes">
            <a:extLst>
              <a:ext uri="{FF2B5EF4-FFF2-40B4-BE49-F238E27FC236}">
                <a16:creationId xmlns:a16="http://schemas.microsoft.com/office/drawing/2014/main" id="{AFF90F5B-6C16-A867-2CE5-0F06D7084C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a:extLst>
              <a:ext uri="{FF2B5EF4-FFF2-40B4-BE49-F238E27FC236}">
                <a16:creationId xmlns:a16="http://schemas.microsoft.com/office/drawing/2014/main" id="{9C691294-C6EA-7F99-6BDA-A990695EEA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0359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91E9F711-B15B-4E6D-400E-71C8667A2568}"/>
            </a:ext>
          </a:extLst>
        </p:cNvPr>
        <p:cNvGrpSpPr/>
        <p:nvPr/>
      </p:nvGrpSpPr>
      <p:grpSpPr>
        <a:xfrm>
          <a:off x="0" y="0"/>
          <a:ext cx="0" cy="0"/>
          <a:chOff x="0" y="0"/>
          <a:chExt cx="0" cy="0"/>
        </a:xfrm>
      </p:grpSpPr>
      <p:sp>
        <p:nvSpPr>
          <p:cNvPr id="97" name="Google Shape;97;p4:notes">
            <a:extLst>
              <a:ext uri="{FF2B5EF4-FFF2-40B4-BE49-F238E27FC236}">
                <a16:creationId xmlns:a16="http://schemas.microsoft.com/office/drawing/2014/main" id="{803ECD2B-5077-3FB9-8521-F8942BBCC1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a:extLst>
              <a:ext uri="{FF2B5EF4-FFF2-40B4-BE49-F238E27FC236}">
                <a16:creationId xmlns:a16="http://schemas.microsoft.com/office/drawing/2014/main" id="{36061C44-E94E-07AF-0DE6-C105571DFD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19812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BF4D9B0B-1746-CCFE-E26B-7D58136D033A}"/>
            </a:ext>
          </a:extLst>
        </p:cNvPr>
        <p:cNvGrpSpPr/>
        <p:nvPr/>
      </p:nvGrpSpPr>
      <p:grpSpPr>
        <a:xfrm>
          <a:off x="0" y="0"/>
          <a:ext cx="0" cy="0"/>
          <a:chOff x="0" y="0"/>
          <a:chExt cx="0" cy="0"/>
        </a:xfrm>
      </p:grpSpPr>
      <p:sp>
        <p:nvSpPr>
          <p:cNvPr id="97" name="Google Shape;97;p4:notes">
            <a:extLst>
              <a:ext uri="{FF2B5EF4-FFF2-40B4-BE49-F238E27FC236}">
                <a16:creationId xmlns:a16="http://schemas.microsoft.com/office/drawing/2014/main" id="{2473DFFF-359D-C555-CD37-66880BBDDA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a:extLst>
              <a:ext uri="{FF2B5EF4-FFF2-40B4-BE49-F238E27FC236}">
                <a16:creationId xmlns:a16="http://schemas.microsoft.com/office/drawing/2014/main" id="{E5B08108-8E0A-651E-75F0-40A2B87DCB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1531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FE02D871-14AA-9F93-C728-DFC77346AAB3}"/>
            </a:ext>
          </a:extLst>
        </p:cNvPr>
        <p:cNvGrpSpPr/>
        <p:nvPr/>
      </p:nvGrpSpPr>
      <p:grpSpPr>
        <a:xfrm>
          <a:off x="0" y="0"/>
          <a:ext cx="0" cy="0"/>
          <a:chOff x="0" y="0"/>
          <a:chExt cx="0" cy="0"/>
        </a:xfrm>
      </p:grpSpPr>
      <p:sp>
        <p:nvSpPr>
          <p:cNvPr id="97" name="Google Shape;97;p4:notes">
            <a:extLst>
              <a:ext uri="{FF2B5EF4-FFF2-40B4-BE49-F238E27FC236}">
                <a16:creationId xmlns:a16="http://schemas.microsoft.com/office/drawing/2014/main" id="{F6A3942E-0C33-4F8E-FE2A-DDA79F1044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a:extLst>
              <a:ext uri="{FF2B5EF4-FFF2-40B4-BE49-F238E27FC236}">
                <a16:creationId xmlns:a16="http://schemas.microsoft.com/office/drawing/2014/main" id="{50AA0CCE-EC18-CF4C-236B-4254F1528F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8391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B2CAF9C2-B14F-E80A-F652-74345D84ABED}"/>
            </a:ext>
          </a:extLst>
        </p:cNvPr>
        <p:cNvGrpSpPr/>
        <p:nvPr/>
      </p:nvGrpSpPr>
      <p:grpSpPr>
        <a:xfrm>
          <a:off x="0" y="0"/>
          <a:ext cx="0" cy="0"/>
          <a:chOff x="0" y="0"/>
          <a:chExt cx="0" cy="0"/>
        </a:xfrm>
      </p:grpSpPr>
      <p:sp>
        <p:nvSpPr>
          <p:cNvPr id="97" name="Google Shape;97;p4:notes">
            <a:extLst>
              <a:ext uri="{FF2B5EF4-FFF2-40B4-BE49-F238E27FC236}">
                <a16:creationId xmlns:a16="http://schemas.microsoft.com/office/drawing/2014/main" id="{355C6B1A-7305-CB9E-E2EC-D3EB1F3787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a:extLst>
              <a:ext uri="{FF2B5EF4-FFF2-40B4-BE49-F238E27FC236}">
                <a16:creationId xmlns:a16="http://schemas.microsoft.com/office/drawing/2014/main" id="{85A5ADF3-995F-0660-4614-FCD31C3145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6051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C421E02D-64E9-90FF-C8C2-F7E634EDC8EE}"/>
            </a:ext>
          </a:extLst>
        </p:cNvPr>
        <p:cNvGrpSpPr/>
        <p:nvPr/>
      </p:nvGrpSpPr>
      <p:grpSpPr>
        <a:xfrm>
          <a:off x="0" y="0"/>
          <a:ext cx="0" cy="0"/>
          <a:chOff x="0" y="0"/>
          <a:chExt cx="0" cy="0"/>
        </a:xfrm>
      </p:grpSpPr>
      <p:sp>
        <p:nvSpPr>
          <p:cNvPr id="97" name="Google Shape;97;p4:notes">
            <a:extLst>
              <a:ext uri="{FF2B5EF4-FFF2-40B4-BE49-F238E27FC236}">
                <a16:creationId xmlns:a16="http://schemas.microsoft.com/office/drawing/2014/main" id="{24E99C35-FE8F-EB29-97DC-0DED52B962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a:extLst>
              <a:ext uri="{FF2B5EF4-FFF2-40B4-BE49-F238E27FC236}">
                <a16:creationId xmlns:a16="http://schemas.microsoft.com/office/drawing/2014/main" id="{573F1DA9-41E2-B710-75A0-02F5C9B4D4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12281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1" name="Google Shape;39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3429000" y="3509900"/>
            <a:ext cx="11430000" cy="1470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3"/>
          <p:cNvSpPr txBox="1">
            <a:spLocks noGrp="1"/>
          </p:cNvSpPr>
          <p:nvPr>
            <p:ph type="subTitle" idx="1"/>
          </p:nvPr>
        </p:nvSpPr>
        <p:spPr>
          <a:xfrm>
            <a:off x="4904550" y="6710850"/>
            <a:ext cx="84789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SzPts val="3200"/>
              <a:buNone/>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1013100" y="1477650"/>
            <a:ext cx="16261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
          <p:cNvSpPr txBox="1">
            <a:spLocks noGrp="1"/>
          </p:cNvSpPr>
          <p:nvPr>
            <p:ph type="body" idx="1"/>
          </p:nvPr>
        </p:nvSpPr>
        <p:spPr>
          <a:xfrm>
            <a:off x="1912875" y="4523600"/>
            <a:ext cx="82296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1228348" y="1188100"/>
            <a:ext cx="15831300" cy="1362000"/>
          </a:xfrm>
          <a:prstGeom prst="rect">
            <a:avLst/>
          </a:prstGeom>
          <a:noFill/>
          <a:ln>
            <a:noFill/>
          </a:ln>
        </p:spPr>
        <p:txBody>
          <a:bodyPr spcFirstLastPara="1" wrap="square" lIns="91425" tIns="45700" rIns="91425" bIns="45700" anchor="t" anchorCtr="0">
            <a:normAutofit/>
          </a:bodyPr>
          <a:lstStyle>
            <a:lvl1pPr lvl="0">
              <a:spcBef>
                <a:spcPts val="0"/>
              </a:spcBef>
              <a:spcAft>
                <a:spcPts val="0"/>
              </a:spcAft>
              <a:buClr>
                <a:schemeClr val="dk1"/>
              </a:buClr>
              <a:buSzPts val="9000"/>
              <a:buNone/>
              <a:defRPr b="1" cap="none"/>
            </a:lvl1pPr>
            <a:lvl2pPr lvl="1" algn="ctr">
              <a:spcBef>
                <a:spcPts val="0"/>
              </a:spcBef>
              <a:spcAft>
                <a:spcPts val="0"/>
              </a:spcAft>
              <a:buSzPts val="9000"/>
              <a:buFont typeface="Alegreya Sans SC"/>
              <a:buNone/>
              <a:defRPr sz="9000">
                <a:latin typeface="Alegreya Sans SC"/>
                <a:ea typeface="Alegreya Sans SC"/>
                <a:cs typeface="Alegreya Sans SC"/>
                <a:sym typeface="Alegreya Sans SC"/>
              </a:defRPr>
            </a:lvl2pPr>
            <a:lvl3pPr lvl="2" algn="ctr">
              <a:spcBef>
                <a:spcPts val="0"/>
              </a:spcBef>
              <a:spcAft>
                <a:spcPts val="0"/>
              </a:spcAft>
              <a:buSzPts val="9000"/>
              <a:buFont typeface="Alegreya Sans SC"/>
              <a:buNone/>
              <a:defRPr sz="9000">
                <a:latin typeface="Alegreya Sans SC"/>
                <a:ea typeface="Alegreya Sans SC"/>
                <a:cs typeface="Alegreya Sans SC"/>
                <a:sym typeface="Alegreya Sans SC"/>
              </a:defRPr>
            </a:lvl3pPr>
            <a:lvl4pPr lvl="3" algn="ctr">
              <a:spcBef>
                <a:spcPts val="0"/>
              </a:spcBef>
              <a:spcAft>
                <a:spcPts val="0"/>
              </a:spcAft>
              <a:buSzPts val="9000"/>
              <a:buFont typeface="Alegreya Sans SC"/>
              <a:buNone/>
              <a:defRPr sz="9000">
                <a:latin typeface="Alegreya Sans SC"/>
                <a:ea typeface="Alegreya Sans SC"/>
                <a:cs typeface="Alegreya Sans SC"/>
                <a:sym typeface="Alegreya Sans SC"/>
              </a:defRPr>
            </a:lvl4pPr>
            <a:lvl5pPr lvl="4" algn="ctr">
              <a:spcBef>
                <a:spcPts val="0"/>
              </a:spcBef>
              <a:spcAft>
                <a:spcPts val="0"/>
              </a:spcAft>
              <a:buSzPts val="9000"/>
              <a:buFont typeface="Alegreya Sans SC"/>
              <a:buNone/>
              <a:defRPr sz="9000">
                <a:latin typeface="Alegreya Sans SC"/>
                <a:ea typeface="Alegreya Sans SC"/>
                <a:cs typeface="Alegreya Sans SC"/>
                <a:sym typeface="Alegreya Sans SC"/>
              </a:defRPr>
            </a:lvl5pPr>
            <a:lvl6pPr lvl="5" algn="ctr">
              <a:spcBef>
                <a:spcPts val="0"/>
              </a:spcBef>
              <a:spcAft>
                <a:spcPts val="0"/>
              </a:spcAft>
              <a:buSzPts val="9000"/>
              <a:buFont typeface="Alegreya Sans SC"/>
              <a:buNone/>
              <a:defRPr sz="9000">
                <a:latin typeface="Alegreya Sans SC"/>
                <a:ea typeface="Alegreya Sans SC"/>
                <a:cs typeface="Alegreya Sans SC"/>
                <a:sym typeface="Alegreya Sans SC"/>
              </a:defRPr>
            </a:lvl6pPr>
            <a:lvl7pPr lvl="6" algn="ctr">
              <a:spcBef>
                <a:spcPts val="0"/>
              </a:spcBef>
              <a:spcAft>
                <a:spcPts val="0"/>
              </a:spcAft>
              <a:buSzPts val="9000"/>
              <a:buFont typeface="Alegreya Sans SC"/>
              <a:buNone/>
              <a:defRPr sz="9000">
                <a:latin typeface="Alegreya Sans SC"/>
                <a:ea typeface="Alegreya Sans SC"/>
                <a:cs typeface="Alegreya Sans SC"/>
                <a:sym typeface="Alegreya Sans SC"/>
              </a:defRPr>
            </a:lvl7pPr>
            <a:lvl8pPr lvl="7" algn="ctr">
              <a:spcBef>
                <a:spcPts val="0"/>
              </a:spcBef>
              <a:spcAft>
                <a:spcPts val="0"/>
              </a:spcAft>
              <a:buSzPts val="9000"/>
              <a:buFont typeface="Alegreya Sans SC"/>
              <a:buNone/>
              <a:defRPr sz="9000">
                <a:latin typeface="Alegreya Sans SC"/>
                <a:ea typeface="Alegreya Sans SC"/>
                <a:cs typeface="Alegreya Sans SC"/>
                <a:sym typeface="Alegreya Sans SC"/>
              </a:defRPr>
            </a:lvl8pPr>
            <a:lvl9pPr lvl="8" algn="ctr">
              <a:spcBef>
                <a:spcPts val="0"/>
              </a:spcBef>
              <a:spcAft>
                <a:spcPts val="0"/>
              </a:spcAft>
              <a:buSzPts val="9000"/>
              <a:buFont typeface="Alegreya Sans SC"/>
              <a:buNone/>
              <a:defRPr sz="9000">
                <a:latin typeface="Alegreya Sans SC"/>
                <a:ea typeface="Alegreya Sans SC"/>
                <a:cs typeface="Alegreya Sans SC"/>
                <a:sym typeface="Alegreya Sans SC"/>
              </a:defRPr>
            </a:lvl9pPr>
          </a:lstStyle>
          <a:p>
            <a:endParaRPr/>
          </a:p>
        </p:txBody>
      </p:sp>
      <p:sp>
        <p:nvSpPr>
          <p:cNvPr id="20" name="Google Shape;20;p5"/>
          <p:cNvSpPr txBox="1">
            <a:spLocks noGrp="1"/>
          </p:cNvSpPr>
          <p:nvPr>
            <p:ph type="body" idx="1"/>
          </p:nvPr>
        </p:nvSpPr>
        <p:spPr>
          <a:xfrm>
            <a:off x="1576288" y="6880938"/>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SzPts val="2500"/>
              <a:buNone/>
              <a:defRPr/>
            </a:lvl1pPr>
            <a:lvl2pPr marL="914400" lvl="1" indent="-228600" algn="l">
              <a:spcBef>
                <a:spcPts val="360"/>
              </a:spcBef>
              <a:spcAft>
                <a:spcPts val="0"/>
              </a:spcAft>
              <a:buSzPts val="2500"/>
              <a:buNone/>
              <a:defRPr/>
            </a:lvl2pPr>
            <a:lvl3pPr marL="1371600" lvl="2" indent="-228600" algn="l">
              <a:spcBef>
                <a:spcPts val="320"/>
              </a:spcBef>
              <a:spcAft>
                <a:spcPts val="0"/>
              </a:spcAft>
              <a:buSzPts val="2500"/>
              <a:buNone/>
              <a:defRPr/>
            </a:lvl3pPr>
            <a:lvl4pPr marL="1828800" lvl="3" indent="-228600" algn="l">
              <a:spcBef>
                <a:spcPts val="280"/>
              </a:spcBef>
              <a:spcAft>
                <a:spcPts val="0"/>
              </a:spcAft>
              <a:buSzPts val="2500"/>
              <a:buNone/>
              <a:defRPr/>
            </a:lvl4pPr>
            <a:lvl5pPr marL="2286000" lvl="4" indent="-228600" algn="l">
              <a:spcBef>
                <a:spcPts val="280"/>
              </a:spcBef>
              <a:spcAft>
                <a:spcPts val="0"/>
              </a:spcAft>
              <a:buSzPts val="2500"/>
              <a:buNone/>
              <a:defRPr/>
            </a:lvl5pPr>
            <a:lvl6pPr marL="2743200" lvl="5" indent="-228600" algn="l">
              <a:spcBef>
                <a:spcPts val="280"/>
              </a:spcBef>
              <a:spcAft>
                <a:spcPts val="0"/>
              </a:spcAft>
              <a:buSzPts val="2500"/>
              <a:buNone/>
              <a:defRPr/>
            </a:lvl6pPr>
            <a:lvl7pPr marL="3200400" lvl="6" indent="-228600" algn="l">
              <a:spcBef>
                <a:spcPts val="280"/>
              </a:spcBef>
              <a:spcAft>
                <a:spcPts val="0"/>
              </a:spcAft>
              <a:buSzPts val="2500"/>
              <a:buNone/>
              <a:defRPr/>
            </a:lvl7pPr>
            <a:lvl8pPr marL="3657600" lvl="7" indent="-228600" algn="l">
              <a:spcBef>
                <a:spcPts val="280"/>
              </a:spcBef>
              <a:spcAft>
                <a:spcPts val="0"/>
              </a:spcAft>
              <a:buSzPts val="2500"/>
              <a:buNone/>
              <a:defRPr/>
            </a:lvl8pPr>
            <a:lvl9pPr marL="4114800" lvl="8" indent="-228600" algn="l">
              <a:spcBef>
                <a:spcPts val="280"/>
              </a:spcBef>
              <a:spcAft>
                <a:spcPts val="0"/>
              </a:spcAft>
              <a:buSzPts val="2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1013100" y="1477650"/>
            <a:ext cx="16261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6"/>
          <p:cNvSpPr txBox="1">
            <a:spLocks noGrp="1"/>
          </p:cNvSpPr>
          <p:nvPr>
            <p:ph type="body" idx="1"/>
          </p:nvPr>
        </p:nvSpPr>
        <p:spPr>
          <a:xfrm>
            <a:off x="1902375" y="4227775"/>
            <a:ext cx="7159500" cy="4526100"/>
          </a:xfrm>
          <a:prstGeom prst="rect">
            <a:avLst/>
          </a:prstGeom>
          <a:noFill/>
          <a:ln>
            <a:noFill/>
          </a:ln>
        </p:spPr>
        <p:txBody>
          <a:bodyPr spcFirstLastPara="1" wrap="square" lIns="91425" tIns="45700" rIns="91425" bIns="45700" anchor="t" anchorCtr="0">
            <a:normAutofit/>
          </a:bodyPr>
          <a:lstStyle>
            <a:lvl1pPr marL="457200" lvl="0" indent="-387350" algn="l">
              <a:spcBef>
                <a:spcPts val="560"/>
              </a:spcBef>
              <a:spcAft>
                <a:spcPts val="0"/>
              </a:spcAft>
              <a:buClr>
                <a:schemeClr val="dk1"/>
              </a:buClr>
              <a:buSzPts val="2500"/>
              <a:buChar char="•"/>
              <a:defRPr/>
            </a:lvl1pPr>
            <a:lvl2pPr marL="914400" lvl="1" indent="-387350" algn="l">
              <a:spcBef>
                <a:spcPts val="480"/>
              </a:spcBef>
              <a:spcAft>
                <a:spcPts val="0"/>
              </a:spcAft>
              <a:buClr>
                <a:schemeClr val="dk1"/>
              </a:buClr>
              <a:buSzPts val="2500"/>
              <a:buChar char="–"/>
              <a:defRPr/>
            </a:lvl2pPr>
            <a:lvl3pPr marL="1371600" lvl="2" indent="-387350" algn="l">
              <a:spcBef>
                <a:spcPts val="400"/>
              </a:spcBef>
              <a:spcAft>
                <a:spcPts val="0"/>
              </a:spcAft>
              <a:buClr>
                <a:schemeClr val="dk1"/>
              </a:buClr>
              <a:buSzPts val="2500"/>
              <a:buChar char="•"/>
              <a:defRPr/>
            </a:lvl3pPr>
            <a:lvl4pPr marL="1828800" lvl="3" indent="-387350" algn="l">
              <a:spcBef>
                <a:spcPts val="360"/>
              </a:spcBef>
              <a:spcAft>
                <a:spcPts val="0"/>
              </a:spcAft>
              <a:buClr>
                <a:schemeClr val="dk1"/>
              </a:buClr>
              <a:buSzPts val="2500"/>
              <a:buChar char="–"/>
              <a:defRPr/>
            </a:lvl4pPr>
            <a:lvl5pPr marL="2286000" lvl="4" indent="-387350" algn="l">
              <a:spcBef>
                <a:spcPts val="360"/>
              </a:spcBef>
              <a:spcAft>
                <a:spcPts val="0"/>
              </a:spcAft>
              <a:buClr>
                <a:schemeClr val="dk1"/>
              </a:buClr>
              <a:buSzPts val="2500"/>
              <a:buChar char="»"/>
              <a:defRPr/>
            </a:lvl5pPr>
            <a:lvl6pPr marL="2743200" lvl="5" indent="-387350" algn="l">
              <a:spcBef>
                <a:spcPts val="360"/>
              </a:spcBef>
              <a:spcAft>
                <a:spcPts val="0"/>
              </a:spcAft>
              <a:buClr>
                <a:schemeClr val="dk1"/>
              </a:buClr>
              <a:buSzPts val="2500"/>
              <a:buChar char="•"/>
              <a:defRPr/>
            </a:lvl6pPr>
            <a:lvl7pPr marL="3200400" lvl="6" indent="-387350" algn="l">
              <a:spcBef>
                <a:spcPts val="360"/>
              </a:spcBef>
              <a:spcAft>
                <a:spcPts val="0"/>
              </a:spcAft>
              <a:buClr>
                <a:schemeClr val="dk1"/>
              </a:buClr>
              <a:buSzPts val="2500"/>
              <a:buChar char="•"/>
              <a:defRPr/>
            </a:lvl7pPr>
            <a:lvl8pPr marL="3657600" lvl="7" indent="-387350" algn="l">
              <a:spcBef>
                <a:spcPts val="360"/>
              </a:spcBef>
              <a:spcAft>
                <a:spcPts val="0"/>
              </a:spcAft>
              <a:buClr>
                <a:schemeClr val="dk1"/>
              </a:buClr>
              <a:buSzPts val="2500"/>
              <a:buChar char="•"/>
              <a:defRPr/>
            </a:lvl8pPr>
            <a:lvl9pPr marL="4114800" lvl="8" indent="-387350" algn="l">
              <a:spcBef>
                <a:spcPts val="360"/>
              </a:spcBef>
              <a:spcAft>
                <a:spcPts val="0"/>
              </a:spcAft>
              <a:buClr>
                <a:schemeClr val="dk1"/>
              </a:buClr>
              <a:buSzPts val="2500"/>
              <a:buChar char="•"/>
              <a:defRPr/>
            </a:lvl9pPr>
          </a:lstStyle>
          <a:p>
            <a:endParaRPr/>
          </a:p>
        </p:txBody>
      </p:sp>
      <p:sp>
        <p:nvSpPr>
          <p:cNvPr id="24" name="Google Shape;24;p6"/>
          <p:cNvSpPr txBox="1">
            <a:spLocks noGrp="1"/>
          </p:cNvSpPr>
          <p:nvPr>
            <p:ph type="body" idx="2"/>
          </p:nvPr>
        </p:nvSpPr>
        <p:spPr>
          <a:xfrm>
            <a:off x="9332149" y="4227775"/>
            <a:ext cx="7159500" cy="4526100"/>
          </a:xfrm>
          <a:prstGeom prst="rect">
            <a:avLst/>
          </a:prstGeom>
          <a:noFill/>
          <a:ln>
            <a:noFill/>
          </a:ln>
        </p:spPr>
        <p:txBody>
          <a:bodyPr spcFirstLastPara="1" wrap="square" lIns="91425" tIns="45700" rIns="91425" bIns="45700" anchor="t" anchorCtr="0">
            <a:normAutofit/>
          </a:bodyPr>
          <a:lstStyle>
            <a:lvl1pPr marL="457200" lvl="0" indent="-387350" algn="l">
              <a:spcBef>
                <a:spcPts val="560"/>
              </a:spcBef>
              <a:spcAft>
                <a:spcPts val="0"/>
              </a:spcAft>
              <a:buClr>
                <a:schemeClr val="dk1"/>
              </a:buClr>
              <a:buSzPts val="2500"/>
              <a:buChar char="•"/>
              <a:defRPr/>
            </a:lvl1pPr>
            <a:lvl2pPr marL="914400" lvl="1" indent="-387350" algn="l">
              <a:spcBef>
                <a:spcPts val="480"/>
              </a:spcBef>
              <a:spcAft>
                <a:spcPts val="0"/>
              </a:spcAft>
              <a:buClr>
                <a:schemeClr val="dk1"/>
              </a:buClr>
              <a:buSzPts val="2500"/>
              <a:buChar char="–"/>
              <a:defRPr/>
            </a:lvl2pPr>
            <a:lvl3pPr marL="1371600" lvl="2" indent="-387350" algn="l">
              <a:spcBef>
                <a:spcPts val="400"/>
              </a:spcBef>
              <a:spcAft>
                <a:spcPts val="0"/>
              </a:spcAft>
              <a:buClr>
                <a:schemeClr val="dk1"/>
              </a:buClr>
              <a:buSzPts val="2500"/>
              <a:buChar char="•"/>
              <a:defRPr/>
            </a:lvl3pPr>
            <a:lvl4pPr marL="1828800" lvl="3" indent="-387350" algn="l">
              <a:spcBef>
                <a:spcPts val="360"/>
              </a:spcBef>
              <a:spcAft>
                <a:spcPts val="0"/>
              </a:spcAft>
              <a:buClr>
                <a:schemeClr val="dk1"/>
              </a:buClr>
              <a:buSzPts val="2500"/>
              <a:buChar char="–"/>
              <a:defRPr/>
            </a:lvl4pPr>
            <a:lvl5pPr marL="2286000" lvl="4" indent="-387350" algn="l">
              <a:spcBef>
                <a:spcPts val="360"/>
              </a:spcBef>
              <a:spcAft>
                <a:spcPts val="0"/>
              </a:spcAft>
              <a:buClr>
                <a:schemeClr val="dk1"/>
              </a:buClr>
              <a:buSzPts val="2500"/>
              <a:buChar char="»"/>
              <a:defRPr/>
            </a:lvl5pPr>
            <a:lvl6pPr marL="2743200" lvl="5" indent="-387350" algn="l">
              <a:spcBef>
                <a:spcPts val="360"/>
              </a:spcBef>
              <a:spcAft>
                <a:spcPts val="0"/>
              </a:spcAft>
              <a:buClr>
                <a:schemeClr val="dk1"/>
              </a:buClr>
              <a:buSzPts val="2500"/>
              <a:buChar char="•"/>
              <a:defRPr/>
            </a:lvl6pPr>
            <a:lvl7pPr marL="3200400" lvl="6" indent="-387350" algn="l">
              <a:spcBef>
                <a:spcPts val="360"/>
              </a:spcBef>
              <a:spcAft>
                <a:spcPts val="0"/>
              </a:spcAft>
              <a:buClr>
                <a:schemeClr val="dk1"/>
              </a:buClr>
              <a:buSzPts val="2500"/>
              <a:buChar char="•"/>
              <a:defRPr/>
            </a:lvl7pPr>
            <a:lvl8pPr marL="3657600" lvl="7" indent="-387350" algn="l">
              <a:spcBef>
                <a:spcPts val="360"/>
              </a:spcBef>
              <a:spcAft>
                <a:spcPts val="0"/>
              </a:spcAft>
              <a:buClr>
                <a:schemeClr val="dk1"/>
              </a:buClr>
              <a:buSzPts val="2500"/>
              <a:buChar char="•"/>
              <a:defRPr/>
            </a:lvl8pPr>
            <a:lvl9pPr marL="4114800" lvl="8" indent="-387350" algn="l">
              <a:spcBef>
                <a:spcPts val="360"/>
              </a:spcBef>
              <a:spcAft>
                <a:spcPts val="0"/>
              </a:spcAft>
              <a:buClr>
                <a:schemeClr val="dk1"/>
              </a:buClr>
              <a:buSzPts val="25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1013100" y="1017825"/>
            <a:ext cx="16261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7"/>
          <p:cNvSpPr txBox="1">
            <a:spLocks noGrp="1"/>
          </p:cNvSpPr>
          <p:nvPr>
            <p:ph type="body" idx="1"/>
          </p:nvPr>
        </p:nvSpPr>
        <p:spPr>
          <a:xfrm>
            <a:off x="1770975" y="3915625"/>
            <a:ext cx="6759000" cy="3951300"/>
          </a:xfrm>
          <a:prstGeom prst="rect">
            <a:avLst/>
          </a:prstGeom>
          <a:noFill/>
          <a:ln>
            <a:noFill/>
          </a:ln>
        </p:spPr>
        <p:txBody>
          <a:bodyPr spcFirstLastPara="1" wrap="square" lIns="91425" tIns="45700" rIns="91425" bIns="45700" anchor="t" anchorCtr="0">
            <a:normAutofit/>
          </a:bodyPr>
          <a:lstStyle>
            <a:lvl1pPr marL="457200" lvl="0" indent="-387350" algn="l">
              <a:spcBef>
                <a:spcPts val="480"/>
              </a:spcBef>
              <a:spcAft>
                <a:spcPts val="0"/>
              </a:spcAft>
              <a:buClr>
                <a:schemeClr val="dk1"/>
              </a:buClr>
              <a:buSzPts val="2500"/>
              <a:buChar char="•"/>
              <a:defRPr/>
            </a:lvl1pPr>
            <a:lvl2pPr marL="914400" lvl="1" indent="-387350" algn="l">
              <a:spcBef>
                <a:spcPts val="400"/>
              </a:spcBef>
              <a:spcAft>
                <a:spcPts val="0"/>
              </a:spcAft>
              <a:buClr>
                <a:schemeClr val="dk1"/>
              </a:buClr>
              <a:buSzPts val="2500"/>
              <a:buChar char="–"/>
              <a:defRPr/>
            </a:lvl2pPr>
            <a:lvl3pPr marL="1371600" lvl="2" indent="-387350" algn="l">
              <a:spcBef>
                <a:spcPts val="360"/>
              </a:spcBef>
              <a:spcAft>
                <a:spcPts val="0"/>
              </a:spcAft>
              <a:buClr>
                <a:schemeClr val="dk1"/>
              </a:buClr>
              <a:buSzPts val="2500"/>
              <a:buChar char="•"/>
              <a:defRPr/>
            </a:lvl3pPr>
            <a:lvl4pPr marL="1828800" lvl="3" indent="-387350" algn="l">
              <a:spcBef>
                <a:spcPts val="320"/>
              </a:spcBef>
              <a:spcAft>
                <a:spcPts val="0"/>
              </a:spcAft>
              <a:buClr>
                <a:schemeClr val="dk1"/>
              </a:buClr>
              <a:buSzPts val="2500"/>
              <a:buChar char="–"/>
              <a:defRPr/>
            </a:lvl4pPr>
            <a:lvl5pPr marL="2286000" lvl="4" indent="-387350" algn="l">
              <a:spcBef>
                <a:spcPts val="320"/>
              </a:spcBef>
              <a:spcAft>
                <a:spcPts val="0"/>
              </a:spcAft>
              <a:buClr>
                <a:schemeClr val="dk1"/>
              </a:buClr>
              <a:buSzPts val="2500"/>
              <a:buChar char="»"/>
              <a:defRPr/>
            </a:lvl5pPr>
            <a:lvl6pPr marL="2743200" lvl="5" indent="-387350" algn="l">
              <a:spcBef>
                <a:spcPts val="320"/>
              </a:spcBef>
              <a:spcAft>
                <a:spcPts val="0"/>
              </a:spcAft>
              <a:buClr>
                <a:schemeClr val="dk1"/>
              </a:buClr>
              <a:buSzPts val="2500"/>
              <a:buChar char="•"/>
              <a:defRPr/>
            </a:lvl6pPr>
            <a:lvl7pPr marL="3200400" lvl="6" indent="-387350" algn="l">
              <a:spcBef>
                <a:spcPts val="320"/>
              </a:spcBef>
              <a:spcAft>
                <a:spcPts val="0"/>
              </a:spcAft>
              <a:buClr>
                <a:schemeClr val="dk1"/>
              </a:buClr>
              <a:buSzPts val="2500"/>
              <a:buChar char="•"/>
              <a:defRPr/>
            </a:lvl7pPr>
            <a:lvl8pPr marL="3657600" lvl="7" indent="-387350" algn="l">
              <a:spcBef>
                <a:spcPts val="320"/>
              </a:spcBef>
              <a:spcAft>
                <a:spcPts val="0"/>
              </a:spcAft>
              <a:buClr>
                <a:schemeClr val="dk1"/>
              </a:buClr>
              <a:buSzPts val="2500"/>
              <a:buChar char="•"/>
              <a:defRPr/>
            </a:lvl8pPr>
            <a:lvl9pPr marL="4114800" lvl="8" indent="-387350" algn="l">
              <a:spcBef>
                <a:spcPts val="320"/>
              </a:spcBef>
              <a:spcAft>
                <a:spcPts val="0"/>
              </a:spcAft>
              <a:buClr>
                <a:schemeClr val="dk1"/>
              </a:buClr>
              <a:buSzPts val="2500"/>
              <a:buChar char="•"/>
              <a:defRPr/>
            </a:lvl9pPr>
          </a:lstStyle>
          <a:p>
            <a:endParaRPr/>
          </a:p>
        </p:txBody>
      </p:sp>
      <p:sp>
        <p:nvSpPr>
          <p:cNvPr id="28" name="Google Shape;28;p7"/>
          <p:cNvSpPr txBox="1">
            <a:spLocks noGrp="1"/>
          </p:cNvSpPr>
          <p:nvPr>
            <p:ph type="body" idx="2"/>
          </p:nvPr>
        </p:nvSpPr>
        <p:spPr>
          <a:xfrm>
            <a:off x="8777178" y="3915625"/>
            <a:ext cx="6762000" cy="3951300"/>
          </a:xfrm>
          <a:prstGeom prst="rect">
            <a:avLst/>
          </a:prstGeom>
          <a:noFill/>
          <a:ln>
            <a:noFill/>
          </a:ln>
        </p:spPr>
        <p:txBody>
          <a:bodyPr spcFirstLastPara="1" wrap="square" lIns="91425" tIns="45700" rIns="91425" bIns="45700" anchor="t" anchorCtr="0">
            <a:normAutofit/>
          </a:bodyPr>
          <a:lstStyle>
            <a:lvl1pPr marL="457200" lvl="0" indent="-387350" algn="l">
              <a:spcBef>
                <a:spcPts val="480"/>
              </a:spcBef>
              <a:spcAft>
                <a:spcPts val="0"/>
              </a:spcAft>
              <a:buClr>
                <a:schemeClr val="dk1"/>
              </a:buClr>
              <a:buSzPts val="2500"/>
              <a:buChar char="•"/>
              <a:defRPr/>
            </a:lvl1pPr>
            <a:lvl2pPr marL="914400" lvl="1" indent="-387350" algn="l">
              <a:spcBef>
                <a:spcPts val="400"/>
              </a:spcBef>
              <a:spcAft>
                <a:spcPts val="0"/>
              </a:spcAft>
              <a:buClr>
                <a:schemeClr val="dk1"/>
              </a:buClr>
              <a:buSzPts val="2500"/>
              <a:buChar char="–"/>
              <a:defRPr/>
            </a:lvl2pPr>
            <a:lvl3pPr marL="1371600" lvl="2" indent="-387350" algn="l">
              <a:spcBef>
                <a:spcPts val="360"/>
              </a:spcBef>
              <a:spcAft>
                <a:spcPts val="0"/>
              </a:spcAft>
              <a:buClr>
                <a:schemeClr val="dk1"/>
              </a:buClr>
              <a:buSzPts val="2500"/>
              <a:buChar char="•"/>
              <a:defRPr/>
            </a:lvl3pPr>
            <a:lvl4pPr marL="1828800" lvl="3" indent="-387350" algn="l">
              <a:spcBef>
                <a:spcPts val="320"/>
              </a:spcBef>
              <a:spcAft>
                <a:spcPts val="0"/>
              </a:spcAft>
              <a:buClr>
                <a:schemeClr val="dk1"/>
              </a:buClr>
              <a:buSzPts val="2500"/>
              <a:buChar char="–"/>
              <a:defRPr/>
            </a:lvl4pPr>
            <a:lvl5pPr marL="2286000" lvl="4" indent="-387350" algn="l">
              <a:spcBef>
                <a:spcPts val="320"/>
              </a:spcBef>
              <a:spcAft>
                <a:spcPts val="0"/>
              </a:spcAft>
              <a:buClr>
                <a:schemeClr val="dk1"/>
              </a:buClr>
              <a:buSzPts val="2500"/>
              <a:buChar char="»"/>
              <a:defRPr/>
            </a:lvl5pPr>
            <a:lvl6pPr marL="2743200" lvl="5" indent="-387350" algn="l">
              <a:spcBef>
                <a:spcPts val="320"/>
              </a:spcBef>
              <a:spcAft>
                <a:spcPts val="0"/>
              </a:spcAft>
              <a:buClr>
                <a:schemeClr val="dk1"/>
              </a:buClr>
              <a:buSzPts val="2500"/>
              <a:buChar char="•"/>
              <a:defRPr/>
            </a:lvl6pPr>
            <a:lvl7pPr marL="3200400" lvl="6" indent="-387350" algn="l">
              <a:spcBef>
                <a:spcPts val="320"/>
              </a:spcBef>
              <a:spcAft>
                <a:spcPts val="0"/>
              </a:spcAft>
              <a:buClr>
                <a:schemeClr val="dk1"/>
              </a:buClr>
              <a:buSzPts val="2500"/>
              <a:buChar char="•"/>
              <a:defRPr/>
            </a:lvl7pPr>
            <a:lvl8pPr marL="3657600" lvl="7" indent="-387350" algn="l">
              <a:spcBef>
                <a:spcPts val="320"/>
              </a:spcBef>
              <a:spcAft>
                <a:spcPts val="0"/>
              </a:spcAft>
              <a:buClr>
                <a:schemeClr val="dk1"/>
              </a:buClr>
              <a:buSzPts val="2500"/>
              <a:buChar char="•"/>
              <a:defRPr/>
            </a:lvl8pPr>
            <a:lvl9pPr marL="4114800" lvl="8" indent="-387350" algn="l">
              <a:spcBef>
                <a:spcPts val="320"/>
              </a:spcBef>
              <a:spcAft>
                <a:spcPts val="0"/>
              </a:spcAft>
              <a:buClr>
                <a:schemeClr val="dk1"/>
              </a:buClr>
              <a:buSzPts val="25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3112650" y="4138075"/>
            <a:ext cx="120627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
        <p:cNvGrpSpPr/>
        <p:nvPr/>
      </p:nvGrpSpPr>
      <p:grpSpPr>
        <a:xfrm>
          <a:off x="0" y="0"/>
          <a:ext cx="0" cy="0"/>
          <a:chOff x="0" y="0"/>
          <a:chExt cx="0" cy="0"/>
        </a:xfrm>
      </p:grpSpPr>
      <p:sp>
        <p:nvSpPr>
          <p:cNvPr id="32" name="Google Shape;32;p9"/>
          <p:cNvSpPr txBox="1">
            <a:spLocks noGrp="1"/>
          </p:cNvSpPr>
          <p:nvPr>
            <p:ph type="title"/>
          </p:nvPr>
        </p:nvSpPr>
        <p:spPr>
          <a:xfrm>
            <a:off x="1508250" y="2178075"/>
            <a:ext cx="16264500" cy="1161900"/>
          </a:xfrm>
          <a:prstGeom prst="rect">
            <a:avLst/>
          </a:prstGeom>
          <a:noFill/>
          <a:ln>
            <a:noFill/>
          </a:ln>
        </p:spPr>
        <p:txBody>
          <a:bodyPr spcFirstLastPara="1" wrap="square" lIns="91425" tIns="45700" rIns="91425" bIns="45700" anchor="b" anchorCtr="0">
            <a:normAutofit/>
          </a:bodyPr>
          <a:lstStyle>
            <a:lvl1pPr lvl="0">
              <a:spcBef>
                <a:spcPts val="0"/>
              </a:spcBef>
              <a:spcAft>
                <a:spcPts val="0"/>
              </a:spcAft>
              <a:buClr>
                <a:schemeClr val="dk1"/>
              </a:buClr>
              <a:buSzPts val="9000"/>
              <a:buFont typeface="Calibri"/>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9"/>
          <p:cNvSpPr txBox="1">
            <a:spLocks noGrp="1"/>
          </p:cNvSpPr>
          <p:nvPr>
            <p:ph type="body" idx="1"/>
          </p:nvPr>
        </p:nvSpPr>
        <p:spPr>
          <a:xfrm>
            <a:off x="8188642" y="3941550"/>
            <a:ext cx="8960100" cy="5853000"/>
          </a:xfrm>
          <a:prstGeom prst="rect">
            <a:avLst/>
          </a:prstGeom>
          <a:noFill/>
          <a:ln>
            <a:noFill/>
          </a:ln>
        </p:spPr>
        <p:txBody>
          <a:bodyPr spcFirstLastPara="1" wrap="square" lIns="91425" tIns="45700" rIns="91425" bIns="45700" anchor="t" anchorCtr="0">
            <a:normAutofit/>
          </a:bodyPr>
          <a:lstStyle>
            <a:lvl1pPr marL="457200" lvl="0" indent="-387350" algn="l" rtl="0">
              <a:spcBef>
                <a:spcPts val="640"/>
              </a:spcBef>
              <a:spcAft>
                <a:spcPts val="0"/>
              </a:spcAft>
              <a:buClr>
                <a:schemeClr val="dk1"/>
              </a:buClr>
              <a:buSzPts val="2500"/>
              <a:buChar char="•"/>
              <a:defRPr/>
            </a:lvl1pPr>
            <a:lvl2pPr marL="914400" lvl="1" indent="-387350" algn="l" rtl="0">
              <a:spcBef>
                <a:spcPts val="560"/>
              </a:spcBef>
              <a:spcAft>
                <a:spcPts val="0"/>
              </a:spcAft>
              <a:buClr>
                <a:schemeClr val="dk1"/>
              </a:buClr>
              <a:buSzPts val="2500"/>
              <a:buChar char="–"/>
              <a:defRPr/>
            </a:lvl2pPr>
            <a:lvl3pPr marL="1371600" lvl="2" indent="-387350" algn="l" rtl="0">
              <a:spcBef>
                <a:spcPts val="480"/>
              </a:spcBef>
              <a:spcAft>
                <a:spcPts val="0"/>
              </a:spcAft>
              <a:buClr>
                <a:schemeClr val="dk1"/>
              </a:buClr>
              <a:buSzPts val="2500"/>
              <a:buChar char="•"/>
              <a:defRPr/>
            </a:lvl3pPr>
            <a:lvl4pPr marL="1828800" lvl="3" indent="-387350" algn="l" rtl="0">
              <a:spcBef>
                <a:spcPts val="400"/>
              </a:spcBef>
              <a:spcAft>
                <a:spcPts val="0"/>
              </a:spcAft>
              <a:buClr>
                <a:schemeClr val="dk1"/>
              </a:buClr>
              <a:buSzPts val="2500"/>
              <a:buChar char="–"/>
              <a:defRPr/>
            </a:lvl4pPr>
            <a:lvl5pPr marL="2286000" lvl="4" indent="-387350" algn="l" rtl="0">
              <a:spcBef>
                <a:spcPts val="400"/>
              </a:spcBef>
              <a:spcAft>
                <a:spcPts val="0"/>
              </a:spcAft>
              <a:buClr>
                <a:schemeClr val="dk1"/>
              </a:buClr>
              <a:buSzPts val="2500"/>
              <a:buChar char="»"/>
              <a:defRPr/>
            </a:lvl5pPr>
            <a:lvl6pPr marL="2743200" lvl="5" indent="-387350" algn="l" rtl="0">
              <a:spcBef>
                <a:spcPts val="400"/>
              </a:spcBef>
              <a:spcAft>
                <a:spcPts val="0"/>
              </a:spcAft>
              <a:buClr>
                <a:schemeClr val="dk1"/>
              </a:buClr>
              <a:buSzPts val="2500"/>
              <a:buChar char="•"/>
              <a:defRPr/>
            </a:lvl6pPr>
            <a:lvl7pPr marL="3200400" lvl="6" indent="-387350" algn="l" rtl="0">
              <a:spcBef>
                <a:spcPts val="400"/>
              </a:spcBef>
              <a:spcAft>
                <a:spcPts val="0"/>
              </a:spcAft>
              <a:buClr>
                <a:schemeClr val="dk1"/>
              </a:buClr>
              <a:buSzPts val="2500"/>
              <a:buChar char="•"/>
              <a:defRPr/>
            </a:lvl7pPr>
            <a:lvl8pPr marL="3657600" lvl="7" indent="-387350" algn="l" rtl="0">
              <a:spcBef>
                <a:spcPts val="400"/>
              </a:spcBef>
              <a:spcAft>
                <a:spcPts val="0"/>
              </a:spcAft>
              <a:buClr>
                <a:schemeClr val="dk1"/>
              </a:buClr>
              <a:buSzPts val="2500"/>
              <a:buChar char="•"/>
              <a:defRPr/>
            </a:lvl8pPr>
            <a:lvl9pPr marL="4114800" lvl="8" indent="-387350" algn="l" rtl="0">
              <a:spcBef>
                <a:spcPts val="400"/>
              </a:spcBef>
              <a:spcAft>
                <a:spcPts val="0"/>
              </a:spcAft>
              <a:buClr>
                <a:schemeClr val="dk1"/>
              </a:buClr>
              <a:buSzPts val="2500"/>
              <a:buChar char="•"/>
              <a:defRPr/>
            </a:lvl9pPr>
          </a:lstStyle>
          <a:p>
            <a:endParaRPr/>
          </a:p>
        </p:txBody>
      </p:sp>
      <p:sp>
        <p:nvSpPr>
          <p:cNvPr id="34" name="Google Shape;34;p9"/>
          <p:cNvSpPr txBox="1">
            <a:spLocks noGrp="1"/>
          </p:cNvSpPr>
          <p:nvPr>
            <p:ph type="body" idx="2"/>
          </p:nvPr>
        </p:nvSpPr>
        <p:spPr>
          <a:xfrm>
            <a:off x="1508250" y="3941550"/>
            <a:ext cx="52734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2500"/>
              <a:buNone/>
              <a:defRPr/>
            </a:lvl1pPr>
            <a:lvl2pPr marL="914400" lvl="1" indent="-228600" algn="l" rtl="0">
              <a:spcBef>
                <a:spcPts val="240"/>
              </a:spcBef>
              <a:spcAft>
                <a:spcPts val="0"/>
              </a:spcAft>
              <a:buClr>
                <a:schemeClr val="dk1"/>
              </a:buClr>
              <a:buSzPts val="2500"/>
              <a:buNone/>
              <a:defRPr/>
            </a:lvl2pPr>
            <a:lvl3pPr marL="1371600" lvl="2" indent="-228600" algn="l" rtl="0">
              <a:spcBef>
                <a:spcPts val="200"/>
              </a:spcBef>
              <a:spcAft>
                <a:spcPts val="0"/>
              </a:spcAft>
              <a:buClr>
                <a:schemeClr val="dk1"/>
              </a:buClr>
              <a:buSzPts val="2500"/>
              <a:buNone/>
              <a:defRPr/>
            </a:lvl3pPr>
            <a:lvl4pPr marL="1828800" lvl="3" indent="-228600" algn="l" rtl="0">
              <a:spcBef>
                <a:spcPts val="180"/>
              </a:spcBef>
              <a:spcAft>
                <a:spcPts val="0"/>
              </a:spcAft>
              <a:buClr>
                <a:schemeClr val="dk1"/>
              </a:buClr>
              <a:buSzPts val="2500"/>
              <a:buNone/>
              <a:defRPr/>
            </a:lvl4pPr>
            <a:lvl5pPr marL="2286000" lvl="4" indent="-228600" algn="l" rtl="0">
              <a:spcBef>
                <a:spcPts val="180"/>
              </a:spcBef>
              <a:spcAft>
                <a:spcPts val="0"/>
              </a:spcAft>
              <a:buClr>
                <a:schemeClr val="dk1"/>
              </a:buClr>
              <a:buSzPts val="2500"/>
              <a:buNone/>
              <a:defRPr/>
            </a:lvl5pPr>
            <a:lvl6pPr marL="2743200" lvl="5" indent="-228600" algn="l" rtl="0">
              <a:spcBef>
                <a:spcPts val="180"/>
              </a:spcBef>
              <a:spcAft>
                <a:spcPts val="0"/>
              </a:spcAft>
              <a:buClr>
                <a:schemeClr val="dk1"/>
              </a:buClr>
              <a:buSzPts val="2500"/>
              <a:buNone/>
              <a:defRPr/>
            </a:lvl6pPr>
            <a:lvl7pPr marL="3200400" lvl="6" indent="-228600" algn="l" rtl="0">
              <a:spcBef>
                <a:spcPts val="180"/>
              </a:spcBef>
              <a:spcAft>
                <a:spcPts val="0"/>
              </a:spcAft>
              <a:buClr>
                <a:schemeClr val="dk1"/>
              </a:buClr>
              <a:buSzPts val="2500"/>
              <a:buNone/>
              <a:defRPr/>
            </a:lvl7pPr>
            <a:lvl8pPr marL="3657600" lvl="7" indent="-228600" algn="l" rtl="0">
              <a:spcBef>
                <a:spcPts val="180"/>
              </a:spcBef>
              <a:spcAft>
                <a:spcPts val="0"/>
              </a:spcAft>
              <a:buClr>
                <a:schemeClr val="dk1"/>
              </a:buClr>
              <a:buSzPts val="2500"/>
              <a:buNone/>
              <a:defRPr/>
            </a:lvl8pPr>
            <a:lvl9pPr marL="4114800" lvl="8" indent="-228600" algn="l" rtl="0">
              <a:spcBef>
                <a:spcPts val="180"/>
              </a:spcBef>
              <a:spcAft>
                <a:spcPts val="0"/>
              </a:spcAft>
              <a:buClr>
                <a:schemeClr val="dk1"/>
              </a:buClr>
              <a:buSzPts val="2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5"/>
        <p:cNvGrpSpPr/>
        <p:nvPr/>
      </p:nvGrpSpPr>
      <p:grpSpPr>
        <a:xfrm>
          <a:off x="0" y="0"/>
          <a:ext cx="0" cy="0"/>
          <a:chOff x="0" y="0"/>
          <a:chExt cx="0" cy="0"/>
        </a:xfrm>
      </p:grpSpPr>
      <p:sp>
        <p:nvSpPr>
          <p:cNvPr id="36" name="Google Shape;36;p10"/>
          <p:cNvSpPr txBox="1">
            <a:spLocks noGrp="1"/>
          </p:cNvSpPr>
          <p:nvPr>
            <p:ph type="title"/>
          </p:nvPr>
        </p:nvSpPr>
        <p:spPr>
          <a:xfrm>
            <a:off x="2599650" y="1055900"/>
            <a:ext cx="13088700" cy="2400300"/>
          </a:xfrm>
          <a:prstGeom prst="rect">
            <a:avLst/>
          </a:prstGeom>
          <a:noFill/>
          <a:ln>
            <a:noFill/>
          </a:ln>
        </p:spPr>
        <p:txBody>
          <a:bodyPr spcFirstLastPara="1" wrap="square" lIns="91425" tIns="45700" rIns="91425" bIns="45700" anchor="b" anchorCtr="0">
            <a:normAutofit/>
          </a:bodyPr>
          <a:lstStyle>
            <a:lvl1pPr lvl="0">
              <a:spcBef>
                <a:spcPts val="0"/>
              </a:spcBef>
              <a:spcAft>
                <a:spcPts val="0"/>
              </a:spcAft>
              <a:buClr>
                <a:schemeClr val="dk1"/>
              </a:buClr>
              <a:buSzPts val="9000"/>
              <a:buFont typeface="Calibri"/>
              <a:buNone/>
              <a:defRPr b="1"/>
            </a:lvl1pPr>
            <a:lvl2pPr lvl="1" algn="ctr">
              <a:spcBef>
                <a:spcPts val="0"/>
              </a:spcBef>
              <a:spcAft>
                <a:spcPts val="0"/>
              </a:spcAft>
              <a:buSzPts val="9000"/>
              <a:buNone/>
              <a:defRPr sz="9000"/>
            </a:lvl2pPr>
            <a:lvl3pPr lvl="2" algn="ctr">
              <a:spcBef>
                <a:spcPts val="0"/>
              </a:spcBef>
              <a:spcAft>
                <a:spcPts val="0"/>
              </a:spcAft>
              <a:buSzPts val="9000"/>
              <a:buNone/>
              <a:defRPr sz="9000"/>
            </a:lvl3pPr>
            <a:lvl4pPr lvl="3" algn="ctr">
              <a:spcBef>
                <a:spcPts val="0"/>
              </a:spcBef>
              <a:spcAft>
                <a:spcPts val="0"/>
              </a:spcAft>
              <a:buSzPts val="9000"/>
              <a:buNone/>
              <a:defRPr sz="9000"/>
            </a:lvl4pPr>
            <a:lvl5pPr lvl="4" algn="ctr">
              <a:spcBef>
                <a:spcPts val="0"/>
              </a:spcBef>
              <a:spcAft>
                <a:spcPts val="0"/>
              </a:spcAft>
              <a:buSzPts val="9000"/>
              <a:buNone/>
              <a:defRPr sz="9000"/>
            </a:lvl5pPr>
            <a:lvl6pPr lvl="5" algn="ctr">
              <a:spcBef>
                <a:spcPts val="0"/>
              </a:spcBef>
              <a:spcAft>
                <a:spcPts val="0"/>
              </a:spcAft>
              <a:buSzPts val="9000"/>
              <a:buNone/>
              <a:defRPr sz="9000"/>
            </a:lvl6pPr>
            <a:lvl7pPr lvl="6" algn="ctr">
              <a:spcBef>
                <a:spcPts val="0"/>
              </a:spcBef>
              <a:spcAft>
                <a:spcPts val="0"/>
              </a:spcAft>
              <a:buSzPts val="9000"/>
              <a:buNone/>
              <a:defRPr sz="9000"/>
            </a:lvl7pPr>
            <a:lvl8pPr lvl="7" algn="ctr">
              <a:spcBef>
                <a:spcPts val="0"/>
              </a:spcBef>
              <a:spcAft>
                <a:spcPts val="0"/>
              </a:spcAft>
              <a:buSzPts val="9000"/>
              <a:buNone/>
              <a:defRPr sz="9000"/>
            </a:lvl8pPr>
            <a:lvl9pPr lvl="8" algn="ctr">
              <a:spcBef>
                <a:spcPts val="0"/>
              </a:spcBef>
              <a:spcAft>
                <a:spcPts val="0"/>
              </a:spcAft>
              <a:buSzPts val="9000"/>
              <a:buNone/>
              <a:defRPr sz="9000"/>
            </a:lvl9pPr>
          </a:lstStyle>
          <a:p>
            <a:endParaRPr/>
          </a:p>
        </p:txBody>
      </p:sp>
      <p:sp>
        <p:nvSpPr>
          <p:cNvPr id="37" name="Google Shape;37;p10"/>
          <p:cNvSpPr>
            <a:spLocks noGrp="1"/>
          </p:cNvSpPr>
          <p:nvPr>
            <p:ph type="pic" idx="2"/>
          </p:nvPr>
        </p:nvSpPr>
        <p:spPr>
          <a:xfrm>
            <a:off x="11382988" y="4176150"/>
            <a:ext cx="5486400" cy="4114800"/>
          </a:xfrm>
          <a:prstGeom prst="rect">
            <a:avLst/>
          </a:prstGeom>
          <a:noFill/>
          <a:ln>
            <a:noFill/>
          </a:ln>
        </p:spPr>
      </p:sp>
      <p:sp>
        <p:nvSpPr>
          <p:cNvPr id="38" name="Google Shape;38;p10"/>
          <p:cNvSpPr txBox="1">
            <a:spLocks noGrp="1"/>
          </p:cNvSpPr>
          <p:nvPr>
            <p:ph type="body" idx="1"/>
          </p:nvPr>
        </p:nvSpPr>
        <p:spPr>
          <a:xfrm>
            <a:off x="2229513" y="4579038"/>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2500"/>
              <a:buNone/>
              <a:defRPr/>
            </a:lvl1pPr>
            <a:lvl2pPr marL="914400" lvl="1" indent="-228600" algn="l">
              <a:spcBef>
                <a:spcPts val="240"/>
              </a:spcBef>
              <a:spcAft>
                <a:spcPts val="0"/>
              </a:spcAft>
              <a:buClr>
                <a:schemeClr val="dk1"/>
              </a:buClr>
              <a:buSzPts val="2500"/>
              <a:buNone/>
              <a:defRPr/>
            </a:lvl2pPr>
            <a:lvl3pPr marL="1371600" lvl="2" indent="-228600" algn="l">
              <a:spcBef>
                <a:spcPts val="200"/>
              </a:spcBef>
              <a:spcAft>
                <a:spcPts val="0"/>
              </a:spcAft>
              <a:buClr>
                <a:schemeClr val="dk1"/>
              </a:buClr>
              <a:buSzPts val="2500"/>
              <a:buNone/>
              <a:defRPr/>
            </a:lvl3pPr>
            <a:lvl4pPr marL="1828800" lvl="3" indent="-228600" algn="l">
              <a:spcBef>
                <a:spcPts val="180"/>
              </a:spcBef>
              <a:spcAft>
                <a:spcPts val="0"/>
              </a:spcAft>
              <a:buClr>
                <a:schemeClr val="dk1"/>
              </a:buClr>
              <a:buSzPts val="2500"/>
              <a:buNone/>
              <a:defRPr/>
            </a:lvl4pPr>
            <a:lvl5pPr marL="2286000" lvl="4" indent="-228600" algn="l">
              <a:spcBef>
                <a:spcPts val="180"/>
              </a:spcBef>
              <a:spcAft>
                <a:spcPts val="0"/>
              </a:spcAft>
              <a:buClr>
                <a:schemeClr val="dk1"/>
              </a:buClr>
              <a:buSzPts val="2500"/>
              <a:buNone/>
              <a:defRPr/>
            </a:lvl5pPr>
            <a:lvl6pPr marL="2743200" lvl="5" indent="-228600" algn="l">
              <a:spcBef>
                <a:spcPts val="180"/>
              </a:spcBef>
              <a:spcAft>
                <a:spcPts val="0"/>
              </a:spcAft>
              <a:buClr>
                <a:schemeClr val="dk1"/>
              </a:buClr>
              <a:buSzPts val="2500"/>
              <a:buNone/>
              <a:defRPr/>
            </a:lvl6pPr>
            <a:lvl7pPr marL="3200400" lvl="6" indent="-228600" algn="l">
              <a:spcBef>
                <a:spcPts val="180"/>
              </a:spcBef>
              <a:spcAft>
                <a:spcPts val="0"/>
              </a:spcAft>
              <a:buClr>
                <a:schemeClr val="dk1"/>
              </a:buClr>
              <a:buSzPts val="2500"/>
              <a:buNone/>
              <a:defRPr/>
            </a:lvl7pPr>
            <a:lvl8pPr marL="3657600" lvl="7" indent="-228600" algn="l">
              <a:spcBef>
                <a:spcPts val="180"/>
              </a:spcBef>
              <a:spcAft>
                <a:spcPts val="0"/>
              </a:spcAft>
              <a:buClr>
                <a:schemeClr val="dk1"/>
              </a:buClr>
              <a:buSzPts val="2500"/>
              <a:buNone/>
              <a:defRPr/>
            </a:lvl8pPr>
            <a:lvl9pPr marL="4114800" lvl="8" indent="-228600" algn="l">
              <a:spcBef>
                <a:spcPts val="180"/>
              </a:spcBef>
              <a:spcAft>
                <a:spcPts val="0"/>
              </a:spcAft>
              <a:buClr>
                <a:schemeClr val="dk1"/>
              </a:buClr>
              <a:buSzPts val="25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a:blip r:embed="rId11">
            <a:alphaModFix/>
          </a:blip>
          <a:stretch>
            <a:fillRect/>
          </a:stretch>
        </p:blipFill>
        <p:spPr>
          <a:xfrm>
            <a:off x="0" y="-107900"/>
            <a:ext cx="18435026" cy="12278002"/>
          </a:xfrm>
          <a:prstGeom prst="rect">
            <a:avLst/>
          </a:prstGeom>
          <a:noFill/>
          <a:ln>
            <a:noFill/>
          </a:ln>
        </p:spPr>
      </p:pic>
      <p:cxnSp>
        <p:nvCxnSpPr>
          <p:cNvPr id="7" name="Google Shape;7;p1"/>
          <p:cNvCxnSpPr/>
          <p:nvPr/>
        </p:nvCxnSpPr>
        <p:spPr>
          <a:xfrm>
            <a:off x="1013092" y="-521919"/>
            <a:ext cx="0" cy="14745300"/>
          </a:xfrm>
          <a:prstGeom prst="straightConnector1">
            <a:avLst/>
          </a:prstGeom>
          <a:noFill/>
          <a:ln w="38100" cap="flat" cmpd="sng">
            <a:solidFill>
              <a:srgbClr val="E57B6A"/>
            </a:solidFill>
            <a:prstDash val="solid"/>
            <a:round/>
            <a:headEnd type="none" w="sm" len="sm"/>
            <a:tailEnd type="none" w="sm" len="sm"/>
          </a:ln>
        </p:spPr>
      </p:cxnSp>
      <p:cxnSp>
        <p:nvCxnSpPr>
          <p:cNvPr id="8" name="Google Shape;8;p1"/>
          <p:cNvCxnSpPr/>
          <p:nvPr/>
        </p:nvCxnSpPr>
        <p:spPr>
          <a:xfrm>
            <a:off x="-874046" y="9066545"/>
            <a:ext cx="14745300" cy="0"/>
          </a:xfrm>
          <a:prstGeom prst="straightConnector1">
            <a:avLst/>
          </a:prstGeom>
          <a:noFill/>
          <a:ln w="38100" cap="flat" cmpd="sng">
            <a:solidFill>
              <a:srgbClr val="E57B6A"/>
            </a:solidFill>
            <a:prstDash val="solid"/>
            <a:round/>
            <a:headEnd type="none" w="sm" len="sm"/>
            <a:tailEnd type="none" w="sm" len="sm"/>
          </a:ln>
        </p:spPr>
      </p:cxnSp>
      <p:sp>
        <p:nvSpPr>
          <p:cNvPr id="9" name="Google Shape;9;p1"/>
          <p:cNvSpPr txBox="1">
            <a:spLocks noGrp="1"/>
          </p:cNvSpPr>
          <p:nvPr>
            <p:ph type="title"/>
          </p:nvPr>
        </p:nvSpPr>
        <p:spPr>
          <a:xfrm>
            <a:off x="1013100" y="1477650"/>
            <a:ext cx="162618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9000"/>
              <a:buFont typeface="Alegreya Sans SC"/>
              <a:buNone/>
              <a:defRPr sz="9000" b="1" i="0" u="none" strike="noStrike" cap="none">
                <a:solidFill>
                  <a:schemeClr val="dk1"/>
                </a:solidFill>
                <a:latin typeface="Alegreya Sans SC"/>
                <a:ea typeface="Alegreya Sans SC"/>
                <a:cs typeface="Alegreya Sans SC"/>
                <a:sym typeface="Alegreya Sans S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1"/>
          <p:cNvSpPr txBox="1">
            <a:spLocks noGrp="1"/>
          </p:cNvSpPr>
          <p:nvPr>
            <p:ph type="body" idx="1"/>
          </p:nvPr>
        </p:nvSpPr>
        <p:spPr>
          <a:xfrm>
            <a:off x="3341850" y="4113475"/>
            <a:ext cx="8229600" cy="4526100"/>
          </a:xfrm>
          <a:prstGeom prst="rect">
            <a:avLst/>
          </a:prstGeom>
          <a:noFill/>
          <a:ln>
            <a:noFill/>
          </a:ln>
        </p:spPr>
        <p:txBody>
          <a:bodyPr spcFirstLastPara="1" wrap="square" lIns="91425" tIns="45700" rIns="91425" bIns="45700" anchor="t" anchorCtr="0">
            <a:normAutofit/>
          </a:bodyPr>
          <a:lstStyle>
            <a:lvl1pPr marL="457200" marR="0" lvl="0" indent="-387350" algn="l" rtl="0">
              <a:spcBef>
                <a:spcPts val="640"/>
              </a:spcBef>
              <a:spcAft>
                <a:spcPts val="0"/>
              </a:spcAft>
              <a:buClr>
                <a:schemeClr val="dk1"/>
              </a:buClr>
              <a:buSzPts val="2500"/>
              <a:buFont typeface="Alegreya Sans SC"/>
              <a:buChar char="•"/>
              <a:defRPr sz="2500" i="0" u="none" strike="noStrike" cap="none">
                <a:solidFill>
                  <a:schemeClr val="dk1"/>
                </a:solidFill>
                <a:latin typeface="Alegreya Sans SC"/>
                <a:ea typeface="Alegreya Sans SC"/>
                <a:cs typeface="Alegreya Sans SC"/>
                <a:sym typeface="Alegreya Sans SC"/>
              </a:defRPr>
            </a:lvl1pPr>
            <a:lvl2pPr marL="914400" marR="0" lvl="1" indent="-387350" algn="l" rtl="0">
              <a:spcBef>
                <a:spcPts val="560"/>
              </a:spcBef>
              <a:spcAft>
                <a:spcPts val="0"/>
              </a:spcAft>
              <a:buClr>
                <a:schemeClr val="dk1"/>
              </a:buClr>
              <a:buSzPts val="2500"/>
              <a:buFont typeface="Alegreya Sans SC"/>
              <a:buChar char="–"/>
              <a:defRPr sz="2500" i="0" u="none" strike="noStrike" cap="none">
                <a:solidFill>
                  <a:schemeClr val="dk1"/>
                </a:solidFill>
                <a:latin typeface="Alegreya Sans SC"/>
                <a:ea typeface="Alegreya Sans SC"/>
                <a:cs typeface="Alegreya Sans SC"/>
                <a:sym typeface="Alegreya Sans SC"/>
              </a:defRPr>
            </a:lvl2pPr>
            <a:lvl3pPr marL="1371600" marR="0" lvl="2" indent="-387350" algn="l" rtl="0">
              <a:spcBef>
                <a:spcPts val="480"/>
              </a:spcBef>
              <a:spcAft>
                <a:spcPts val="0"/>
              </a:spcAft>
              <a:buClr>
                <a:schemeClr val="dk1"/>
              </a:buClr>
              <a:buSzPts val="2500"/>
              <a:buFont typeface="Alegreya Sans SC"/>
              <a:buChar char="•"/>
              <a:defRPr sz="2500" i="0" u="none" strike="noStrike" cap="none">
                <a:solidFill>
                  <a:schemeClr val="dk1"/>
                </a:solidFill>
                <a:latin typeface="Alegreya Sans SC"/>
                <a:ea typeface="Alegreya Sans SC"/>
                <a:cs typeface="Alegreya Sans SC"/>
                <a:sym typeface="Alegreya Sans SC"/>
              </a:defRPr>
            </a:lvl3pPr>
            <a:lvl4pPr marL="1828800" marR="0" lvl="3" indent="-387350" algn="l" rtl="0">
              <a:spcBef>
                <a:spcPts val="400"/>
              </a:spcBef>
              <a:spcAft>
                <a:spcPts val="0"/>
              </a:spcAft>
              <a:buClr>
                <a:schemeClr val="dk1"/>
              </a:buClr>
              <a:buSzPts val="2500"/>
              <a:buFont typeface="Alegreya Sans SC"/>
              <a:buChar char="–"/>
              <a:defRPr sz="2500" i="0" u="none" strike="noStrike" cap="none">
                <a:solidFill>
                  <a:schemeClr val="dk1"/>
                </a:solidFill>
                <a:latin typeface="Alegreya Sans SC"/>
                <a:ea typeface="Alegreya Sans SC"/>
                <a:cs typeface="Alegreya Sans SC"/>
                <a:sym typeface="Alegreya Sans SC"/>
              </a:defRPr>
            </a:lvl4pPr>
            <a:lvl5pPr marL="2286000" marR="0" lvl="4" indent="-387350" algn="l" rtl="0">
              <a:spcBef>
                <a:spcPts val="400"/>
              </a:spcBef>
              <a:spcAft>
                <a:spcPts val="0"/>
              </a:spcAft>
              <a:buClr>
                <a:schemeClr val="dk1"/>
              </a:buClr>
              <a:buSzPts val="2500"/>
              <a:buFont typeface="Alegreya Sans SC"/>
              <a:buChar char="»"/>
              <a:defRPr sz="2500" i="0" u="none" strike="noStrike" cap="none">
                <a:solidFill>
                  <a:schemeClr val="dk1"/>
                </a:solidFill>
                <a:latin typeface="Alegreya Sans SC"/>
                <a:ea typeface="Alegreya Sans SC"/>
                <a:cs typeface="Alegreya Sans SC"/>
                <a:sym typeface="Alegreya Sans SC"/>
              </a:defRPr>
            </a:lvl5pPr>
            <a:lvl6pPr marL="2743200" marR="0" lvl="5" indent="-387350" algn="l" rtl="0">
              <a:spcBef>
                <a:spcPts val="400"/>
              </a:spcBef>
              <a:spcAft>
                <a:spcPts val="0"/>
              </a:spcAft>
              <a:buClr>
                <a:schemeClr val="dk1"/>
              </a:buClr>
              <a:buSzPts val="2500"/>
              <a:buFont typeface="Alegreya Sans SC"/>
              <a:buChar char="•"/>
              <a:defRPr sz="2500" i="0" u="none" strike="noStrike" cap="none">
                <a:solidFill>
                  <a:schemeClr val="dk1"/>
                </a:solidFill>
                <a:latin typeface="Alegreya Sans SC"/>
                <a:ea typeface="Alegreya Sans SC"/>
                <a:cs typeface="Alegreya Sans SC"/>
                <a:sym typeface="Alegreya Sans SC"/>
              </a:defRPr>
            </a:lvl6pPr>
            <a:lvl7pPr marL="3200400" marR="0" lvl="6" indent="-387350" algn="l" rtl="0">
              <a:spcBef>
                <a:spcPts val="400"/>
              </a:spcBef>
              <a:spcAft>
                <a:spcPts val="0"/>
              </a:spcAft>
              <a:buClr>
                <a:schemeClr val="dk1"/>
              </a:buClr>
              <a:buSzPts val="2500"/>
              <a:buFont typeface="Alegreya Sans SC"/>
              <a:buChar char="•"/>
              <a:defRPr sz="2500" i="0" u="none" strike="noStrike" cap="none">
                <a:solidFill>
                  <a:schemeClr val="dk1"/>
                </a:solidFill>
                <a:latin typeface="Alegreya Sans SC"/>
                <a:ea typeface="Alegreya Sans SC"/>
                <a:cs typeface="Alegreya Sans SC"/>
                <a:sym typeface="Alegreya Sans SC"/>
              </a:defRPr>
            </a:lvl7pPr>
            <a:lvl8pPr marL="3657600" marR="0" lvl="7" indent="-387350" algn="l" rtl="0">
              <a:spcBef>
                <a:spcPts val="400"/>
              </a:spcBef>
              <a:spcAft>
                <a:spcPts val="0"/>
              </a:spcAft>
              <a:buClr>
                <a:schemeClr val="dk1"/>
              </a:buClr>
              <a:buSzPts val="2500"/>
              <a:buFont typeface="Alegreya Sans SC"/>
              <a:buChar char="•"/>
              <a:defRPr sz="2500" i="0" u="none" strike="noStrike" cap="none">
                <a:solidFill>
                  <a:schemeClr val="dk1"/>
                </a:solidFill>
                <a:latin typeface="Alegreya Sans SC"/>
                <a:ea typeface="Alegreya Sans SC"/>
                <a:cs typeface="Alegreya Sans SC"/>
                <a:sym typeface="Alegreya Sans SC"/>
              </a:defRPr>
            </a:lvl8pPr>
            <a:lvl9pPr marL="4114800" marR="0" lvl="8" indent="-387350" algn="l" rtl="0">
              <a:spcBef>
                <a:spcPts val="400"/>
              </a:spcBef>
              <a:spcAft>
                <a:spcPts val="0"/>
              </a:spcAft>
              <a:buClr>
                <a:schemeClr val="dk1"/>
              </a:buClr>
              <a:buSzPts val="2500"/>
              <a:buFont typeface="Alegreya Sans SC"/>
              <a:buChar char="•"/>
              <a:defRPr sz="2500" i="0" u="none" strike="noStrike" cap="none">
                <a:solidFill>
                  <a:schemeClr val="dk1"/>
                </a:solidFill>
                <a:latin typeface="Alegreya Sans SC"/>
                <a:ea typeface="Alegreya Sans SC"/>
                <a:cs typeface="Alegreya Sans SC"/>
                <a:sym typeface="Alegreya Sans S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BFF"/>
        </a:solidFill>
        <a:effectLst/>
      </p:bgPr>
    </p:bg>
    <p:spTree>
      <p:nvGrpSpPr>
        <p:cNvPr id="1" name="Shape 42"/>
        <p:cNvGrpSpPr/>
        <p:nvPr/>
      </p:nvGrpSpPr>
      <p:grpSpPr>
        <a:xfrm>
          <a:off x="0" y="0"/>
          <a:ext cx="0" cy="0"/>
          <a:chOff x="0" y="0"/>
          <a:chExt cx="0" cy="0"/>
        </a:xfrm>
      </p:grpSpPr>
      <p:pic>
        <p:nvPicPr>
          <p:cNvPr id="43" name="Google Shape;43;p11"/>
          <p:cNvPicPr preferRelativeResize="0"/>
          <p:nvPr/>
        </p:nvPicPr>
        <p:blipFill>
          <a:blip r:embed="rId3">
            <a:alphaModFix/>
          </a:blip>
          <a:stretch>
            <a:fillRect/>
          </a:stretch>
        </p:blipFill>
        <p:spPr>
          <a:xfrm>
            <a:off x="0" y="-107900"/>
            <a:ext cx="18435026" cy="12278002"/>
          </a:xfrm>
          <a:prstGeom prst="rect">
            <a:avLst/>
          </a:prstGeom>
          <a:noFill/>
          <a:ln>
            <a:noFill/>
          </a:ln>
        </p:spPr>
      </p:pic>
      <p:cxnSp>
        <p:nvCxnSpPr>
          <p:cNvPr id="45" name="Google Shape;45;p11"/>
          <p:cNvCxnSpPr/>
          <p:nvPr/>
        </p:nvCxnSpPr>
        <p:spPr>
          <a:xfrm>
            <a:off x="2036167" y="-554744"/>
            <a:ext cx="0" cy="14745235"/>
          </a:xfrm>
          <a:prstGeom prst="straightConnector1">
            <a:avLst/>
          </a:prstGeom>
          <a:noFill/>
          <a:ln w="38100" cap="flat" cmpd="sng">
            <a:solidFill>
              <a:srgbClr val="E57B6A"/>
            </a:solidFill>
            <a:prstDash val="solid"/>
            <a:round/>
            <a:headEnd type="none" w="sm" len="sm"/>
            <a:tailEnd type="none" w="sm" len="sm"/>
          </a:ln>
        </p:spPr>
      </p:cxnSp>
      <p:grpSp>
        <p:nvGrpSpPr>
          <p:cNvPr id="46" name="Google Shape;46;p11"/>
          <p:cNvGrpSpPr/>
          <p:nvPr/>
        </p:nvGrpSpPr>
        <p:grpSpPr>
          <a:xfrm>
            <a:off x="1336838" y="1183305"/>
            <a:ext cx="11373537" cy="5590153"/>
            <a:chOff x="120977" y="-28378"/>
            <a:chExt cx="2995499" cy="1472304"/>
          </a:xfrm>
        </p:grpSpPr>
        <p:sp>
          <p:nvSpPr>
            <p:cNvPr id="47" name="Google Shape;47;p11"/>
            <p:cNvSpPr/>
            <p:nvPr/>
          </p:nvSpPr>
          <p:spPr>
            <a:xfrm>
              <a:off x="120977" y="-11698"/>
              <a:ext cx="2995499" cy="1455624"/>
            </a:xfrm>
            <a:custGeom>
              <a:avLst/>
              <a:gdLst/>
              <a:ahLst/>
              <a:cxnLst/>
              <a:rect l="l" t="t" r="r" b="b"/>
              <a:pathLst>
                <a:path w="2995499" h="1455624" extrusionOk="0">
                  <a:moveTo>
                    <a:pt x="0" y="0"/>
                  </a:moveTo>
                  <a:lnTo>
                    <a:pt x="2995499" y="0"/>
                  </a:lnTo>
                  <a:lnTo>
                    <a:pt x="2995499" y="1455624"/>
                  </a:lnTo>
                  <a:lnTo>
                    <a:pt x="0" y="1455624"/>
                  </a:lnTo>
                  <a:close/>
                </a:path>
              </a:pathLst>
            </a:custGeom>
            <a:solidFill>
              <a:srgbClr val="FFFFFF"/>
            </a:solidFill>
            <a:ln w="38100" cap="sq" cmpd="sng">
              <a:solidFill>
                <a:srgbClr val="E57B6A"/>
              </a:solidFill>
              <a:prstDash val="solid"/>
              <a:miter lim="8000"/>
              <a:headEnd type="none" w="sm" len="sm"/>
              <a:tailEnd type="none" w="sm" len="sm"/>
            </a:ln>
          </p:spPr>
        </p:sp>
        <p:sp>
          <p:nvSpPr>
            <p:cNvPr id="48" name="Google Shape;48;p11"/>
            <p:cNvSpPr txBox="1">
              <a:spLocks/>
            </p:cNvSpPr>
            <p:nvPr/>
          </p:nvSpPr>
          <p:spPr>
            <a:xfrm>
              <a:off x="196630" y="-28378"/>
              <a:ext cx="2919846" cy="1455624"/>
            </a:xfrm>
            <a:prstGeom prst="rect">
              <a:avLst/>
            </a:prstGeom>
            <a:noFill/>
            <a:ln>
              <a:noFill/>
            </a:ln>
          </p:spPr>
          <p:txBody>
            <a:bodyPr spcFirstLastPara="1" wrap="square" lIns="50800" tIns="50800" rIns="50800" bIns="50800" anchor="ctr" anchorCtr="0">
              <a:noAutofit/>
            </a:bodyPr>
            <a:lstStyle/>
            <a:p>
              <a:r>
                <a:rPr lang="en-PH" sz="7500" b="1" dirty="0">
                  <a:solidFill>
                    <a:schemeClr val="accent3">
                      <a:lumMod val="50000"/>
                    </a:schemeClr>
                  </a:solidFill>
                  <a:latin typeface="Bodoni MT Black" panose="02070A03080606020203" pitchFamily="18" charset="0"/>
                </a:rPr>
                <a:t>Fundamentals of Current and Voltage</a:t>
              </a:r>
              <a:endParaRPr lang="en-PH" sz="7500" dirty="0">
                <a:solidFill>
                  <a:schemeClr val="accent3">
                    <a:lumMod val="50000"/>
                  </a:schemeClr>
                </a:solidFill>
                <a:latin typeface="Bodoni MT Black" panose="02070A03080606020203" pitchFamily="18" charset="0"/>
              </a:endParaRPr>
            </a:p>
          </p:txBody>
        </p:sp>
      </p:grpSp>
      <p:sp>
        <p:nvSpPr>
          <p:cNvPr id="49" name="Google Shape;49;p11"/>
          <p:cNvSpPr txBox="1"/>
          <p:nvPr/>
        </p:nvSpPr>
        <p:spPr>
          <a:xfrm>
            <a:off x="1028700" y="1582726"/>
            <a:ext cx="11071143" cy="258532"/>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endParaRPr dirty="0"/>
          </a:p>
        </p:txBody>
      </p:sp>
      <p:cxnSp>
        <p:nvCxnSpPr>
          <p:cNvPr id="50" name="Google Shape;50;p11"/>
          <p:cNvCxnSpPr/>
          <p:nvPr/>
        </p:nvCxnSpPr>
        <p:spPr>
          <a:xfrm>
            <a:off x="-808346" y="8639570"/>
            <a:ext cx="14745235" cy="0"/>
          </a:xfrm>
          <a:prstGeom prst="straightConnector1">
            <a:avLst/>
          </a:prstGeom>
          <a:noFill/>
          <a:ln w="38100" cap="flat" cmpd="sng">
            <a:solidFill>
              <a:srgbClr val="E57B6A"/>
            </a:solidFill>
            <a:prstDash val="solid"/>
            <a:round/>
            <a:headEnd type="none" w="sm" len="sm"/>
            <a:tailEnd type="none" w="sm" len="sm"/>
          </a:ln>
        </p:spPr>
      </p:cxnSp>
      <p:pic>
        <p:nvPicPr>
          <p:cNvPr id="53" name="Google Shape;53;p11"/>
          <p:cNvPicPr preferRelativeResize="0"/>
          <p:nvPr/>
        </p:nvPicPr>
        <p:blipFill>
          <a:blip r:embed="rId4">
            <a:alphaModFix/>
          </a:blip>
          <a:stretch>
            <a:fillRect/>
          </a:stretch>
        </p:blipFill>
        <p:spPr>
          <a:xfrm>
            <a:off x="15614325" y="0"/>
            <a:ext cx="2673675" cy="2768675"/>
          </a:xfrm>
          <a:prstGeom prst="rect">
            <a:avLst/>
          </a:prstGeom>
          <a:noFill/>
          <a:ln>
            <a:noFill/>
          </a:ln>
        </p:spPr>
      </p:pic>
      <p:pic>
        <p:nvPicPr>
          <p:cNvPr id="3" name="Google Shape;301;p22">
            <a:extLst>
              <a:ext uri="{FF2B5EF4-FFF2-40B4-BE49-F238E27FC236}">
                <a16:creationId xmlns:a16="http://schemas.microsoft.com/office/drawing/2014/main" id="{24900F69-AD60-0093-AEA1-FFCF922DC538}"/>
              </a:ext>
            </a:extLst>
          </p:cNvPr>
          <p:cNvPicPr preferRelativeResize="0"/>
          <p:nvPr/>
        </p:nvPicPr>
        <p:blipFill>
          <a:blip r:embed="rId5">
            <a:alphaModFix/>
          </a:blip>
          <a:stretch>
            <a:fillRect/>
          </a:stretch>
        </p:blipFill>
        <p:spPr>
          <a:xfrm rot="758647">
            <a:off x="12062401" y="7094235"/>
            <a:ext cx="4606351" cy="3090670"/>
          </a:xfrm>
          <a:prstGeom prst="rect">
            <a:avLst/>
          </a:prstGeom>
          <a:noFill/>
          <a:ln>
            <a:noFill/>
          </a:ln>
        </p:spPr>
      </p:pic>
      <p:sp>
        <p:nvSpPr>
          <p:cNvPr id="52" name="Google Shape;52;p11"/>
          <p:cNvSpPr txBox="1"/>
          <p:nvPr/>
        </p:nvSpPr>
        <p:spPr>
          <a:xfrm>
            <a:off x="12373289" y="8397709"/>
            <a:ext cx="3127200" cy="75405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500" b="1" i="0" u="none" strike="noStrike" cap="none" dirty="0">
                <a:solidFill>
                  <a:srgbClr val="4C6968"/>
                </a:solidFill>
                <a:latin typeface="Alegreya Sans SC"/>
                <a:ea typeface="Alegreya Sans SC"/>
                <a:cs typeface="Alegreya Sans SC"/>
                <a:sym typeface="Alegreya Sans SC"/>
              </a:rPr>
              <a:t>EPA-2 WEEK 2</a:t>
            </a:r>
            <a:endParaRPr sz="3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BFF"/>
        </a:solidFill>
        <a:effectLst/>
      </p:bgPr>
    </p:bg>
    <p:spTree>
      <p:nvGrpSpPr>
        <p:cNvPr id="1" name="Shape 99">
          <a:extLst>
            <a:ext uri="{FF2B5EF4-FFF2-40B4-BE49-F238E27FC236}">
              <a16:creationId xmlns:a16="http://schemas.microsoft.com/office/drawing/2014/main" id="{64EC609E-1E83-F737-0750-1C3A3608FF0D}"/>
            </a:ext>
          </a:extLst>
        </p:cNvPr>
        <p:cNvGrpSpPr/>
        <p:nvPr/>
      </p:nvGrpSpPr>
      <p:grpSpPr>
        <a:xfrm>
          <a:off x="0" y="0"/>
          <a:ext cx="0" cy="0"/>
          <a:chOff x="0" y="0"/>
          <a:chExt cx="0" cy="0"/>
        </a:xfrm>
      </p:grpSpPr>
      <p:pic>
        <p:nvPicPr>
          <p:cNvPr id="100" name="Google Shape;100;p14">
            <a:extLst>
              <a:ext uri="{FF2B5EF4-FFF2-40B4-BE49-F238E27FC236}">
                <a16:creationId xmlns:a16="http://schemas.microsoft.com/office/drawing/2014/main" id="{3F5BD34E-125E-647D-846A-44FB9781FB45}"/>
              </a:ext>
            </a:extLst>
          </p:cNvPr>
          <p:cNvPicPr preferRelativeResize="0"/>
          <p:nvPr/>
        </p:nvPicPr>
        <p:blipFill>
          <a:blip r:embed="rId3">
            <a:alphaModFix/>
          </a:blip>
          <a:stretch>
            <a:fillRect/>
          </a:stretch>
        </p:blipFill>
        <p:spPr>
          <a:xfrm>
            <a:off x="0" y="-107900"/>
            <a:ext cx="18435026" cy="12278002"/>
          </a:xfrm>
          <a:prstGeom prst="rect">
            <a:avLst/>
          </a:prstGeom>
          <a:noFill/>
          <a:ln>
            <a:noFill/>
          </a:ln>
        </p:spPr>
      </p:pic>
      <p:cxnSp>
        <p:nvCxnSpPr>
          <p:cNvPr id="105" name="Google Shape;105;p14">
            <a:extLst>
              <a:ext uri="{FF2B5EF4-FFF2-40B4-BE49-F238E27FC236}">
                <a16:creationId xmlns:a16="http://schemas.microsoft.com/office/drawing/2014/main" id="{CA050CB4-4486-D57F-8F9B-52B705C3B4B4}"/>
              </a:ext>
            </a:extLst>
          </p:cNvPr>
          <p:cNvCxnSpPr/>
          <p:nvPr/>
        </p:nvCxnSpPr>
        <p:spPr>
          <a:xfrm rot="10800000">
            <a:off x="17240250" y="0"/>
            <a:ext cx="0" cy="10856009"/>
          </a:xfrm>
          <a:prstGeom prst="straightConnector1">
            <a:avLst/>
          </a:prstGeom>
          <a:noFill/>
          <a:ln w="38100" cap="flat" cmpd="sng">
            <a:solidFill>
              <a:srgbClr val="E57B6A"/>
            </a:solidFill>
            <a:prstDash val="solid"/>
            <a:round/>
            <a:headEnd type="none" w="sm" len="sm"/>
            <a:tailEnd type="none" w="sm" len="sm"/>
          </a:ln>
        </p:spPr>
      </p:cxnSp>
      <p:sp>
        <p:nvSpPr>
          <p:cNvPr id="106" name="Google Shape;106;p14">
            <a:extLst>
              <a:ext uri="{FF2B5EF4-FFF2-40B4-BE49-F238E27FC236}">
                <a16:creationId xmlns:a16="http://schemas.microsoft.com/office/drawing/2014/main" id="{A010DBA8-10FC-7019-A40F-8584A4A64F99}"/>
              </a:ext>
            </a:extLst>
          </p:cNvPr>
          <p:cNvSpPr txBox="1"/>
          <p:nvPr/>
        </p:nvSpPr>
        <p:spPr>
          <a:xfrm>
            <a:off x="1549228" y="388352"/>
            <a:ext cx="15336569" cy="9611862"/>
          </a:xfrm>
          <a:prstGeom prst="rect">
            <a:avLst/>
          </a:prstGeom>
          <a:noFill/>
          <a:ln>
            <a:noFill/>
          </a:ln>
        </p:spPr>
        <p:txBody>
          <a:bodyPr spcFirstLastPara="1" wrap="square" lIns="0" tIns="0" rIns="0" bIns="0" anchor="t" anchorCtr="0">
            <a:spAutoFit/>
          </a:bodyPr>
          <a:lstStyle/>
          <a:p>
            <a:pPr lvl="0">
              <a:lnSpc>
                <a:spcPct val="130000"/>
              </a:lnSpc>
            </a:pPr>
            <a:r>
              <a:rPr lang="en-PH" sz="3000" b="1" dirty="0">
                <a:latin typeface="Arial Black" panose="020B0A04020102020204" pitchFamily="34" charset="0"/>
              </a:rPr>
              <a:t>Introduction</a:t>
            </a:r>
          </a:p>
          <a:p>
            <a:pPr lvl="0">
              <a:lnSpc>
                <a:spcPct val="130000"/>
              </a:lnSpc>
            </a:pPr>
            <a:endParaRPr lang="en-PH" sz="1200" dirty="0"/>
          </a:p>
          <a:p>
            <a:pPr lvl="0" algn="just">
              <a:lnSpc>
                <a:spcPct val="130000"/>
              </a:lnSpc>
            </a:pPr>
            <a:r>
              <a:rPr lang="en-PH" sz="3000" dirty="0"/>
              <a:t>	At the most basic level, every electrical system involves four fundamental concepts: current, voltage, resistance, and power. These concepts help us understand how electricity behaves and how circuits operate.</a:t>
            </a:r>
          </a:p>
          <a:p>
            <a:pPr lvl="0" algn="just">
              <a:lnSpc>
                <a:spcPct val="130000"/>
              </a:lnSpc>
            </a:pPr>
            <a:r>
              <a:rPr lang="en-PH" sz="3000" dirty="0"/>
              <a:t>	These four concepts are the basic vocabulary needed to understand and analyze electrical circuits. They are not only theoretical concepts; they are directly applied in real electronic and IT systems.</a:t>
            </a:r>
          </a:p>
          <a:p>
            <a:pPr>
              <a:lnSpc>
                <a:spcPct val="130000"/>
              </a:lnSpc>
            </a:pPr>
            <a:endParaRPr lang="en-PH" sz="3000" dirty="0"/>
          </a:p>
          <a:p>
            <a:pPr marL="400050" indent="-400050">
              <a:buAutoNum type="romanUcPeriod"/>
            </a:pPr>
            <a:r>
              <a:rPr lang="en-PH" sz="3000" b="1" dirty="0">
                <a:latin typeface="Arial Black" panose="020B0A04020102020204" pitchFamily="34" charset="0"/>
              </a:rPr>
              <a:t>Electrical Quantities: Current(I), Voltage(V), Resistance(R), and Power(P)</a:t>
            </a:r>
          </a:p>
          <a:p>
            <a:endParaRPr lang="en-PH" sz="3000" b="1" dirty="0"/>
          </a:p>
          <a:p>
            <a:pPr marL="457200" indent="-457200">
              <a:buFont typeface="Wingdings" panose="05000000000000000000" pitchFamily="2" charset="2"/>
              <a:buChar char="Ø"/>
            </a:pPr>
            <a:r>
              <a:rPr lang="en-PH" sz="3000" dirty="0"/>
              <a:t>These four electrical quantities are the foundation of basic circuit analysis. They help us understand how electricity flows, what pushes the flow, what opposes it, and how much electrical energy is used.</a:t>
            </a:r>
          </a:p>
          <a:p>
            <a:pPr>
              <a:lnSpc>
                <a:spcPct val="130000"/>
              </a:lnSpc>
            </a:pPr>
            <a:endParaRPr lang="en-PH" sz="3000" dirty="0"/>
          </a:p>
          <a:p>
            <a:pPr lvl="0">
              <a:lnSpc>
                <a:spcPct val="130000"/>
              </a:lnSpc>
            </a:pPr>
            <a:endParaRPr lang="en-PH" sz="3000" dirty="0"/>
          </a:p>
          <a:p>
            <a:pPr lvl="0">
              <a:lnSpc>
                <a:spcPct val="130000"/>
              </a:lnSpc>
            </a:pPr>
            <a:endParaRPr sz="3000" dirty="0"/>
          </a:p>
        </p:txBody>
      </p:sp>
      <p:cxnSp>
        <p:nvCxnSpPr>
          <p:cNvPr id="107" name="Google Shape;107;p14">
            <a:extLst>
              <a:ext uri="{FF2B5EF4-FFF2-40B4-BE49-F238E27FC236}">
                <a16:creationId xmlns:a16="http://schemas.microsoft.com/office/drawing/2014/main" id="{6F495280-0091-3B81-1315-F737FA1F0E43}"/>
              </a:ext>
            </a:extLst>
          </p:cNvPr>
          <p:cNvCxnSpPr/>
          <p:nvPr/>
        </p:nvCxnSpPr>
        <p:spPr>
          <a:xfrm>
            <a:off x="9124950" y="9667967"/>
            <a:ext cx="8115300" cy="0"/>
          </a:xfrm>
          <a:prstGeom prst="straightConnector1">
            <a:avLst/>
          </a:prstGeom>
          <a:noFill/>
          <a:ln w="38100" cap="flat" cmpd="sng">
            <a:solidFill>
              <a:srgbClr val="E57B6A"/>
            </a:solidFill>
            <a:prstDash val="solid"/>
            <a:round/>
            <a:headEnd type="none" w="sm" len="sm"/>
            <a:tailEnd type="none" w="sm" len="sm"/>
          </a:ln>
        </p:spPr>
      </p:cxnSp>
      <p:pic>
        <p:nvPicPr>
          <p:cNvPr id="110" name="Google Shape;110;p14">
            <a:extLst>
              <a:ext uri="{FF2B5EF4-FFF2-40B4-BE49-F238E27FC236}">
                <a16:creationId xmlns:a16="http://schemas.microsoft.com/office/drawing/2014/main" id="{4510EEE8-1DDF-2DB4-4A0A-0B60D34BC5CD}"/>
              </a:ext>
            </a:extLst>
          </p:cNvPr>
          <p:cNvPicPr preferRelativeResize="0"/>
          <p:nvPr/>
        </p:nvPicPr>
        <p:blipFill>
          <a:blip r:embed="rId4">
            <a:alphaModFix/>
          </a:blip>
          <a:stretch>
            <a:fillRect/>
          </a:stretch>
        </p:blipFill>
        <p:spPr>
          <a:xfrm>
            <a:off x="13807188" y="9057417"/>
            <a:ext cx="3085226" cy="610550"/>
          </a:xfrm>
          <a:prstGeom prst="rect">
            <a:avLst/>
          </a:prstGeom>
          <a:noFill/>
          <a:ln>
            <a:noFill/>
          </a:ln>
        </p:spPr>
      </p:pic>
    </p:spTree>
    <p:extLst>
      <p:ext uri="{BB962C8B-B14F-4D97-AF65-F5344CB8AC3E}">
        <p14:creationId xmlns:p14="http://schemas.microsoft.com/office/powerpoint/2010/main" val="12447617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BFF"/>
        </a:solidFill>
        <a:effectLst/>
      </p:bgPr>
    </p:bg>
    <p:spTree>
      <p:nvGrpSpPr>
        <p:cNvPr id="1" name="Shape 99">
          <a:extLst>
            <a:ext uri="{FF2B5EF4-FFF2-40B4-BE49-F238E27FC236}">
              <a16:creationId xmlns:a16="http://schemas.microsoft.com/office/drawing/2014/main" id="{1AC19DA6-8B06-1E8D-EBAE-93831DCB5672}"/>
            </a:ext>
          </a:extLst>
        </p:cNvPr>
        <p:cNvGrpSpPr/>
        <p:nvPr/>
      </p:nvGrpSpPr>
      <p:grpSpPr>
        <a:xfrm>
          <a:off x="0" y="0"/>
          <a:ext cx="0" cy="0"/>
          <a:chOff x="0" y="0"/>
          <a:chExt cx="0" cy="0"/>
        </a:xfrm>
      </p:grpSpPr>
      <p:pic>
        <p:nvPicPr>
          <p:cNvPr id="100" name="Google Shape;100;p14">
            <a:extLst>
              <a:ext uri="{FF2B5EF4-FFF2-40B4-BE49-F238E27FC236}">
                <a16:creationId xmlns:a16="http://schemas.microsoft.com/office/drawing/2014/main" id="{DA859899-F8EF-F06F-243F-F59D103887B6}"/>
              </a:ext>
            </a:extLst>
          </p:cNvPr>
          <p:cNvPicPr preferRelativeResize="0"/>
          <p:nvPr/>
        </p:nvPicPr>
        <p:blipFill>
          <a:blip r:embed="rId3">
            <a:alphaModFix/>
          </a:blip>
          <a:stretch>
            <a:fillRect/>
          </a:stretch>
        </p:blipFill>
        <p:spPr>
          <a:xfrm>
            <a:off x="0" y="-107900"/>
            <a:ext cx="18435026" cy="12278002"/>
          </a:xfrm>
          <a:prstGeom prst="rect">
            <a:avLst/>
          </a:prstGeom>
          <a:noFill/>
          <a:ln>
            <a:noFill/>
          </a:ln>
        </p:spPr>
      </p:pic>
      <p:cxnSp>
        <p:nvCxnSpPr>
          <p:cNvPr id="105" name="Google Shape;105;p14">
            <a:extLst>
              <a:ext uri="{FF2B5EF4-FFF2-40B4-BE49-F238E27FC236}">
                <a16:creationId xmlns:a16="http://schemas.microsoft.com/office/drawing/2014/main" id="{ECEBBD3A-F66C-410D-1FE4-5C2D6FAAF28E}"/>
              </a:ext>
            </a:extLst>
          </p:cNvPr>
          <p:cNvCxnSpPr/>
          <p:nvPr/>
        </p:nvCxnSpPr>
        <p:spPr>
          <a:xfrm rot="10800000">
            <a:off x="17240250" y="0"/>
            <a:ext cx="0" cy="10856009"/>
          </a:xfrm>
          <a:prstGeom prst="straightConnector1">
            <a:avLst/>
          </a:prstGeom>
          <a:noFill/>
          <a:ln w="38100" cap="flat" cmpd="sng">
            <a:solidFill>
              <a:srgbClr val="E57B6A"/>
            </a:solidFill>
            <a:prstDash val="solid"/>
            <a:round/>
            <a:headEnd type="none" w="sm" len="sm"/>
            <a:tailEnd type="none" w="sm" len="sm"/>
          </a:ln>
        </p:spPr>
      </p:cxnSp>
      <p:sp>
        <p:nvSpPr>
          <p:cNvPr id="106" name="Google Shape;106;p14">
            <a:extLst>
              <a:ext uri="{FF2B5EF4-FFF2-40B4-BE49-F238E27FC236}">
                <a16:creationId xmlns:a16="http://schemas.microsoft.com/office/drawing/2014/main" id="{A15B4537-AEA3-4553-1D69-AE8559A57189}"/>
              </a:ext>
            </a:extLst>
          </p:cNvPr>
          <p:cNvSpPr txBox="1"/>
          <p:nvPr/>
        </p:nvSpPr>
        <p:spPr>
          <a:xfrm>
            <a:off x="1456665" y="781440"/>
            <a:ext cx="15336569" cy="7386638"/>
          </a:xfrm>
          <a:prstGeom prst="rect">
            <a:avLst/>
          </a:prstGeom>
          <a:noFill/>
          <a:ln>
            <a:noFill/>
          </a:ln>
        </p:spPr>
        <p:txBody>
          <a:bodyPr spcFirstLastPara="1" wrap="square" lIns="0" tIns="0" rIns="0" bIns="0" anchor="t" anchorCtr="0">
            <a:spAutoFit/>
          </a:bodyPr>
          <a:lstStyle/>
          <a:p>
            <a:pPr marL="457200" indent="-457200">
              <a:buAutoNum type="alphaUcPeriod"/>
            </a:pPr>
            <a:r>
              <a:rPr lang="en-PH" sz="3000" b="1" dirty="0">
                <a:latin typeface="Arial Black" panose="020B0A04020102020204" pitchFamily="34" charset="0"/>
              </a:rPr>
              <a:t>Current (I)</a:t>
            </a:r>
          </a:p>
          <a:p>
            <a:endParaRPr lang="en-PH" sz="3000" b="1" dirty="0"/>
          </a:p>
          <a:p>
            <a:pPr marL="342900" indent="-342900">
              <a:buFont typeface="Wingdings" panose="05000000000000000000" pitchFamily="2" charset="2"/>
              <a:buChar char="Ø"/>
            </a:pPr>
            <a:r>
              <a:rPr lang="en-PH" sz="3000" dirty="0"/>
              <a:t>Current is the flow of electric charge through a circuit.</a:t>
            </a:r>
          </a:p>
          <a:p>
            <a:pPr marL="457200" indent="-457200">
              <a:buFont typeface="Wingdings" panose="05000000000000000000" pitchFamily="2" charset="2"/>
              <a:buChar char="Ø"/>
            </a:pPr>
            <a:r>
              <a:rPr lang="en-PH" sz="3000" dirty="0"/>
              <a:t>Current tells us how much electrical flow is moving through a circuit.</a:t>
            </a:r>
          </a:p>
          <a:p>
            <a:endParaRPr lang="en-PH" sz="3000" dirty="0"/>
          </a:p>
          <a:p>
            <a:pPr lvl="0"/>
            <a:r>
              <a:rPr lang="en-PH" sz="3000" dirty="0"/>
              <a:t>Symbol: </a:t>
            </a:r>
            <a:r>
              <a:rPr lang="en-PH" sz="3000" b="1" dirty="0"/>
              <a:t>I</a:t>
            </a:r>
            <a:r>
              <a:rPr lang="en-PH" sz="3000" dirty="0"/>
              <a:t> </a:t>
            </a:r>
          </a:p>
          <a:p>
            <a:pPr lvl="0"/>
            <a:r>
              <a:rPr lang="en-PH" sz="3000" dirty="0"/>
              <a:t>Unit: </a:t>
            </a:r>
            <a:r>
              <a:rPr lang="en-PH" sz="3000" b="1" dirty="0"/>
              <a:t>Ampere (A) </a:t>
            </a:r>
          </a:p>
          <a:p>
            <a:pPr lvl="0"/>
            <a:endParaRPr lang="en-PH" sz="3000" b="1" dirty="0"/>
          </a:p>
          <a:p>
            <a:r>
              <a:rPr lang="en-PH" sz="3000" i="1" dirty="0"/>
              <a:t>Example:</a:t>
            </a:r>
          </a:p>
          <a:p>
            <a:r>
              <a:rPr lang="en-PH" sz="3000" dirty="0"/>
              <a:t>(Ohm's Law)</a:t>
            </a:r>
          </a:p>
          <a:p>
            <a:r>
              <a:rPr lang="en-PH" sz="3000" dirty="0"/>
              <a:t>I = V / R</a:t>
            </a:r>
          </a:p>
          <a:p>
            <a:endParaRPr lang="en-PH" sz="3000" dirty="0"/>
          </a:p>
          <a:p>
            <a:r>
              <a:rPr lang="en-PH" sz="3000" dirty="0"/>
              <a:t>If the voltage is 12 V and the resistance is 6 Ω:</a:t>
            </a:r>
          </a:p>
          <a:p>
            <a:endParaRPr lang="en-PH" sz="3000" dirty="0"/>
          </a:p>
          <a:p>
            <a:r>
              <a:rPr lang="en-PH" sz="3000" dirty="0"/>
              <a:t>I = 12 V / 6 Ω</a:t>
            </a:r>
            <a:br>
              <a:rPr lang="en-PH" sz="3000" dirty="0"/>
            </a:br>
            <a:r>
              <a:rPr lang="en-PH" sz="3000" b="1" i="1" dirty="0"/>
              <a:t>I = 2 A</a:t>
            </a:r>
          </a:p>
        </p:txBody>
      </p:sp>
      <p:cxnSp>
        <p:nvCxnSpPr>
          <p:cNvPr id="107" name="Google Shape;107;p14">
            <a:extLst>
              <a:ext uri="{FF2B5EF4-FFF2-40B4-BE49-F238E27FC236}">
                <a16:creationId xmlns:a16="http://schemas.microsoft.com/office/drawing/2014/main" id="{EEE828C0-4E6E-F8F5-CFD7-36729E744AA5}"/>
              </a:ext>
            </a:extLst>
          </p:cNvPr>
          <p:cNvCxnSpPr/>
          <p:nvPr/>
        </p:nvCxnSpPr>
        <p:spPr>
          <a:xfrm>
            <a:off x="9124950" y="9667967"/>
            <a:ext cx="8115300" cy="0"/>
          </a:xfrm>
          <a:prstGeom prst="straightConnector1">
            <a:avLst/>
          </a:prstGeom>
          <a:noFill/>
          <a:ln w="38100" cap="flat" cmpd="sng">
            <a:solidFill>
              <a:srgbClr val="E57B6A"/>
            </a:solidFill>
            <a:prstDash val="solid"/>
            <a:round/>
            <a:headEnd type="none" w="sm" len="sm"/>
            <a:tailEnd type="none" w="sm" len="sm"/>
          </a:ln>
        </p:spPr>
      </p:cxnSp>
      <p:pic>
        <p:nvPicPr>
          <p:cNvPr id="110" name="Google Shape;110;p14">
            <a:extLst>
              <a:ext uri="{FF2B5EF4-FFF2-40B4-BE49-F238E27FC236}">
                <a16:creationId xmlns:a16="http://schemas.microsoft.com/office/drawing/2014/main" id="{D42D34FD-E8AA-0747-9ABD-E1244937361F}"/>
              </a:ext>
            </a:extLst>
          </p:cNvPr>
          <p:cNvPicPr preferRelativeResize="0"/>
          <p:nvPr/>
        </p:nvPicPr>
        <p:blipFill>
          <a:blip r:embed="rId4">
            <a:alphaModFix/>
          </a:blip>
          <a:stretch>
            <a:fillRect/>
          </a:stretch>
        </p:blipFill>
        <p:spPr>
          <a:xfrm>
            <a:off x="13807188" y="9057417"/>
            <a:ext cx="3085226" cy="610550"/>
          </a:xfrm>
          <a:prstGeom prst="rect">
            <a:avLst/>
          </a:prstGeom>
          <a:noFill/>
          <a:ln>
            <a:noFill/>
          </a:ln>
        </p:spPr>
      </p:pic>
    </p:spTree>
    <p:extLst>
      <p:ext uri="{BB962C8B-B14F-4D97-AF65-F5344CB8AC3E}">
        <p14:creationId xmlns:p14="http://schemas.microsoft.com/office/powerpoint/2010/main" val="32673810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BFF"/>
        </a:solidFill>
        <a:effectLst/>
      </p:bgPr>
    </p:bg>
    <p:spTree>
      <p:nvGrpSpPr>
        <p:cNvPr id="1" name="Shape 99">
          <a:extLst>
            <a:ext uri="{FF2B5EF4-FFF2-40B4-BE49-F238E27FC236}">
              <a16:creationId xmlns:a16="http://schemas.microsoft.com/office/drawing/2014/main" id="{81C231AE-D75F-EF4F-FDE1-1F8F401C1B48}"/>
            </a:ext>
          </a:extLst>
        </p:cNvPr>
        <p:cNvGrpSpPr/>
        <p:nvPr/>
      </p:nvGrpSpPr>
      <p:grpSpPr>
        <a:xfrm>
          <a:off x="0" y="0"/>
          <a:ext cx="0" cy="0"/>
          <a:chOff x="0" y="0"/>
          <a:chExt cx="0" cy="0"/>
        </a:xfrm>
      </p:grpSpPr>
      <p:pic>
        <p:nvPicPr>
          <p:cNvPr id="100" name="Google Shape;100;p14">
            <a:extLst>
              <a:ext uri="{FF2B5EF4-FFF2-40B4-BE49-F238E27FC236}">
                <a16:creationId xmlns:a16="http://schemas.microsoft.com/office/drawing/2014/main" id="{8DCD9D72-A109-BADE-F0FB-8E724919061E}"/>
              </a:ext>
            </a:extLst>
          </p:cNvPr>
          <p:cNvPicPr preferRelativeResize="0"/>
          <p:nvPr/>
        </p:nvPicPr>
        <p:blipFill>
          <a:blip r:embed="rId3">
            <a:alphaModFix/>
          </a:blip>
          <a:stretch>
            <a:fillRect/>
          </a:stretch>
        </p:blipFill>
        <p:spPr>
          <a:xfrm>
            <a:off x="0" y="-107900"/>
            <a:ext cx="18435026" cy="12278002"/>
          </a:xfrm>
          <a:prstGeom prst="rect">
            <a:avLst/>
          </a:prstGeom>
          <a:noFill/>
          <a:ln>
            <a:noFill/>
          </a:ln>
        </p:spPr>
      </p:pic>
      <p:cxnSp>
        <p:nvCxnSpPr>
          <p:cNvPr id="105" name="Google Shape;105;p14">
            <a:extLst>
              <a:ext uri="{FF2B5EF4-FFF2-40B4-BE49-F238E27FC236}">
                <a16:creationId xmlns:a16="http://schemas.microsoft.com/office/drawing/2014/main" id="{F9D4224B-FAF4-70FB-95C7-B2D257160F5E}"/>
              </a:ext>
            </a:extLst>
          </p:cNvPr>
          <p:cNvCxnSpPr/>
          <p:nvPr/>
        </p:nvCxnSpPr>
        <p:spPr>
          <a:xfrm rot="10800000">
            <a:off x="17240250" y="0"/>
            <a:ext cx="0" cy="10856009"/>
          </a:xfrm>
          <a:prstGeom prst="straightConnector1">
            <a:avLst/>
          </a:prstGeom>
          <a:noFill/>
          <a:ln w="38100" cap="flat" cmpd="sng">
            <a:solidFill>
              <a:srgbClr val="E57B6A"/>
            </a:solidFill>
            <a:prstDash val="solid"/>
            <a:round/>
            <a:headEnd type="none" w="sm" len="sm"/>
            <a:tailEnd type="none" w="sm" len="sm"/>
          </a:ln>
        </p:spPr>
      </p:cxnSp>
      <p:sp>
        <p:nvSpPr>
          <p:cNvPr id="106" name="Google Shape;106;p14">
            <a:extLst>
              <a:ext uri="{FF2B5EF4-FFF2-40B4-BE49-F238E27FC236}">
                <a16:creationId xmlns:a16="http://schemas.microsoft.com/office/drawing/2014/main" id="{8581AA7F-16E4-5CB1-D95F-712033F61BD0}"/>
              </a:ext>
            </a:extLst>
          </p:cNvPr>
          <p:cNvSpPr txBox="1"/>
          <p:nvPr/>
        </p:nvSpPr>
        <p:spPr>
          <a:xfrm>
            <a:off x="1555845" y="619032"/>
            <a:ext cx="15336569" cy="7848302"/>
          </a:xfrm>
          <a:prstGeom prst="rect">
            <a:avLst/>
          </a:prstGeom>
          <a:noFill/>
          <a:ln>
            <a:noFill/>
          </a:ln>
        </p:spPr>
        <p:txBody>
          <a:bodyPr spcFirstLastPara="1" wrap="square" lIns="0" tIns="0" rIns="0" bIns="0" anchor="t" anchorCtr="0">
            <a:spAutoFit/>
          </a:bodyPr>
          <a:lstStyle/>
          <a:p>
            <a:r>
              <a:rPr lang="en-PH" sz="3000" b="1" dirty="0">
                <a:latin typeface="Arial Black" panose="020B0A04020102020204" pitchFamily="34" charset="0"/>
              </a:rPr>
              <a:t>B. Voltage (V)</a:t>
            </a:r>
          </a:p>
          <a:p>
            <a:endParaRPr lang="en-PH" sz="3000" b="1" dirty="0"/>
          </a:p>
          <a:p>
            <a:pPr marL="457200" indent="-457200">
              <a:buFont typeface="Wingdings" panose="05000000000000000000" pitchFamily="2" charset="2"/>
              <a:buChar char="Ø"/>
            </a:pPr>
            <a:r>
              <a:rPr lang="en-PH" sz="3000" dirty="0"/>
              <a:t>Voltage is the electrical potential difference that provides the push needed for current to flow.</a:t>
            </a:r>
          </a:p>
          <a:p>
            <a:pPr marL="457200" indent="-457200">
              <a:buFont typeface="Wingdings" panose="05000000000000000000" pitchFamily="2" charset="2"/>
              <a:buChar char="Ø"/>
            </a:pPr>
            <a:r>
              <a:rPr lang="en-PH" sz="3000" dirty="0"/>
              <a:t>Voltage is what drives current through a circuit.</a:t>
            </a:r>
          </a:p>
          <a:p>
            <a:endParaRPr lang="en-PH" sz="3000" dirty="0"/>
          </a:p>
          <a:p>
            <a:pPr lvl="0"/>
            <a:r>
              <a:rPr lang="en-PH" sz="3000" dirty="0"/>
              <a:t>Symbol:</a:t>
            </a:r>
            <a:r>
              <a:rPr lang="en-PH" sz="3000" b="1" dirty="0"/>
              <a:t> V </a:t>
            </a:r>
          </a:p>
          <a:p>
            <a:pPr lvl="0"/>
            <a:r>
              <a:rPr lang="en-PH" sz="3000" dirty="0"/>
              <a:t>Unit: </a:t>
            </a:r>
            <a:r>
              <a:rPr lang="en-PH" sz="3000" b="1" dirty="0"/>
              <a:t>Volt (V)</a:t>
            </a:r>
          </a:p>
          <a:p>
            <a:pPr lvl="0"/>
            <a:endParaRPr lang="en-PH" sz="3000" dirty="0"/>
          </a:p>
          <a:p>
            <a:r>
              <a:rPr lang="en-PH" sz="3000" i="1" dirty="0"/>
              <a:t>Example:</a:t>
            </a:r>
          </a:p>
          <a:p>
            <a:r>
              <a:rPr lang="en-PH" sz="3000" dirty="0"/>
              <a:t>(Ohm's Law)</a:t>
            </a:r>
          </a:p>
          <a:p>
            <a:r>
              <a:rPr lang="en-PH" sz="3000" dirty="0"/>
              <a:t>V = I × R</a:t>
            </a:r>
          </a:p>
          <a:p>
            <a:endParaRPr lang="en-PH" sz="3000" dirty="0"/>
          </a:p>
          <a:p>
            <a:r>
              <a:rPr lang="en-PH" sz="3000" dirty="0"/>
              <a:t>If the current is 2 A and the resistance is 6 Ω:</a:t>
            </a:r>
          </a:p>
          <a:p>
            <a:endParaRPr lang="en-PH" sz="3000" dirty="0"/>
          </a:p>
          <a:p>
            <a:r>
              <a:rPr lang="en-PH" sz="3000" dirty="0"/>
              <a:t>V = 2 A × 6 Ω</a:t>
            </a:r>
            <a:br>
              <a:rPr lang="en-PH" sz="3000" dirty="0"/>
            </a:br>
            <a:r>
              <a:rPr lang="en-PH" sz="3000" b="1" i="1" dirty="0"/>
              <a:t>V = 12 V</a:t>
            </a:r>
          </a:p>
        </p:txBody>
      </p:sp>
      <p:cxnSp>
        <p:nvCxnSpPr>
          <p:cNvPr id="107" name="Google Shape;107;p14">
            <a:extLst>
              <a:ext uri="{FF2B5EF4-FFF2-40B4-BE49-F238E27FC236}">
                <a16:creationId xmlns:a16="http://schemas.microsoft.com/office/drawing/2014/main" id="{22708E4E-EEB0-8131-689B-08457F22C031}"/>
              </a:ext>
            </a:extLst>
          </p:cNvPr>
          <p:cNvCxnSpPr/>
          <p:nvPr/>
        </p:nvCxnSpPr>
        <p:spPr>
          <a:xfrm>
            <a:off x="9124950" y="9667967"/>
            <a:ext cx="8115300" cy="0"/>
          </a:xfrm>
          <a:prstGeom prst="straightConnector1">
            <a:avLst/>
          </a:prstGeom>
          <a:noFill/>
          <a:ln w="38100" cap="flat" cmpd="sng">
            <a:solidFill>
              <a:srgbClr val="E57B6A"/>
            </a:solidFill>
            <a:prstDash val="solid"/>
            <a:round/>
            <a:headEnd type="none" w="sm" len="sm"/>
            <a:tailEnd type="none" w="sm" len="sm"/>
          </a:ln>
        </p:spPr>
      </p:cxnSp>
      <p:pic>
        <p:nvPicPr>
          <p:cNvPr id="110" name="Google Shape;110;p14">
            <a:extLst>
              <a:ext uri="{FF2B5EF4-FFF2-40B4-BE49-F238E27FC236}">
                <a16:creationId xmlns:a16="http://schemas.microsoft.com/office/drawing/2014/main" id="{55F9DD8F-C6E7-B67B-801D-F4E7B6799C08}"/>
              </a:ext>
            </a:extLst>
          </p:cNvPr>
          <p:cNvPicPr preferRelativeResize="0"/>
          <p:nvPr/>
        </p:nvPicPr>
        <p:blipFill>
          <a:blip r:embed="rId4">
            <a:alphaModFix/>
          </a:blip>
          <a:stretch>
            <a:fillRect/>
          </a:stretch>
        </p:blipFill>
        <p:spPr>
          <a:xfrm>
            <a:off x="13807188" y="9057417"/>
            <a:ext cx="3085226" cy="610550"/>
          </a:xfrm>
          <a:prstGeom prst="rect">
            <a:avLst/>
          </a:prstGeom>
          <a:noFill/>
          <a:ln>
            <a:noFill/>
          </a:ln>
        </p:spPr>
      </p:pic>
    </p:spTree>
    <p:extLst>
      <p:ext uri="{BB962C8B-B14F-4D97-AF65-F5344CB8AC3E}">
        <p14:creationId xmlns:p14="http://schemas.microsoft.com/office/powerpoint/2010/main" val="27438584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BFF"/>
        </a:solidFill>
        <a:effectLst/>
      </p:bgPr>
    </p:bg>
    <p:spTree>
      <p:nvGrpSpPr>
        <p:cNvPr id="1" name="Shape 99">
          <a:extLst>
            <a:ext uri="{FF2B5EF4-FFF2-40B4-BE49-F238E27FC236}">
              <a16:creationId xmlns:a16="http://schemas.microsoft.com/office/drawing/2014/main" id="{86602C37-8ABF-CF3B-447C-B8DCE28CD4E8}"/>
            </a:ext>
          </a:extLst>
        </p:cNvPr>
        <p:cNvGrpSpPr/>
        <p:nvPr/>
      </p:nvGrpSpPr>
      <p:grpSpPr>
        <a:xfrm>
          <a:off x="0" y="0"/>
          <a:ext cx="0" cy="0"/>
          <a:chOff x="0" y="0"/>
          <a:chExt cx="0" cy="0"/>
        </a:xfrm>
      </p:grpSpPr>
      <p:pic>
        <p:nvPicPr>
          <p:cNvPr id="100" name="Google Shape;100;p14">
            <a:extLst>
              <a:ext uri="{FF2B5EF4-FFF2-40B4-BE49-F238E27FC236}">
                <a16:creationId xmlns:a16="http://schemas.microsoft.com/office/drawing/2014/main" id="{DE57B5C9-311C-A197-6ED2-80E5986ABC41}"/>
              </a:ext>
            </a:extLst>
          </p:cNvPr>
          <p:cNvPicPr preferRelativeResize="0"/>
          <p:nvPr/>
        </p:nvPicPr>
        <p:blipFill>
          <a:blip r:embed="rId3">
            <a:alphaModFix/>
          </a:blip>
          <a:stretch>
            <a:fillRect/>
          </a:stretch>
        </p:blipFill>
        <p:spPr>
          <a:xfrm>
            <a:off x="0" y="-107900"/>
            <a:ext cx="18435026" cy="12278002"/>
          </a:xfrm>
          <a:prstGeom prst="rect">
            <a:avLst/>
          </a:prstGeom>
          <a:noFill/>
          <a:ln>
            <a:noFill/>
          </a:ln>
        </p:spPr>
      </p:pic>
      <p:cxnSp>
        <p:nvCxnSpPr>
          <p:cNvPr id="105" name="Google Shape;105;p14">
            <a:extLst>
              <a:ext uri="{FF2B5EF4-FFF2-40B4-BE49-F238E27FC236}">
                <a16:creationId xmlns:a16="http://schemas.microsoft.com/office/drawing/2014/main" id="{EEEC5475-DC28-0490-F7E8-1DF0A537FC8C}"/>
              </a:ext>
            </a:extLst>
          </p:cNvPr>
          <p:cNvCxnSpPr/>
          <p:nvPr/>
        </p:nvCxnSpPr>
        <p:spPr>
          <a:xfrm rot="10800000">
            <a:off x="17240250" y="0"/>
            <a:ext cx="0" cy="10856009"/>
          </a:xfrm>
          <a:prstGeom prst="straightConnector1">
            <a:avLst/>
          </a:prstGeom>
          <a:noFill/>
          <a:ln w="38100" cap="flat" cmpd="sng">
            <a:solidFill>
              <a:srgbClr val="E57B6A"/>
            </a:solidFill>
            <a:prstDash val="solid"/>
            <a:round/>
            <a:headEnd type="none" w="sm" len="sm"/>
            <a:tailEnd type="none" w="sm" len="sm"/>
          </a:ln>
        </p:spPr>
      </p:cxnSp>
      <p:sp>
        <p:nvSpPr>
          <p:cNvPr id="106" name="Google Shape;106;p14">
            <a:extLst>
              <a:ext uri="{FF2B5EF4-FFF2-40B4-BE49-F238E27FC236}">
                <a16:creationId xmlns:a16="http://schemas.microsoft.com/office/drawing/2014/main" id="{EEF8875D-9919-5543-919C-E45868152640}"/>
              </a:ext>
            </a:extLst>
          </p:cNvPr>
          <p:cNvSpPr txBox="1"/>
          <p:nvPr/>
        </p:nvSpPr>
        <p:spPr>
          <a:xfrm>
            <a:off x="1729763" y="760947"/>
            <a:ext cx="15336569" cy="6924973"/>
          </a:xfrm>
          <a:prstGeom prst="rect">
            <a:avLst/>
          </a:prstGeom>
          <a:noFill/>
          <a:ln>
            <a:noFill/>
          </a:ln>
        </p:spPr>
        <p:txBody>
          <a:bodyPr spcFirstLastPara="1" wrap="square" lIns="0" tIns="0" rIns="0" bIns="0" anchor="t" anchorCtr="0">
            <a:spAutoFit/>
          </a:bodyPr>
          <a:lstStyle/>
          <a:p>
            <a:r>
              <a:rPr lang="en-PH" sz="3000" b="1" dirty="0">
                <a:latin typeface="Arial Black" panose="020B0A04020102020204" pitchFamily="34" charset="0"/>
              </a:rPr>
              <a:t>C. Resistance (R)</a:t>
            </a:r>
          </a:p>
          <a:p>
            <a:endParaRPr lang="en-PH" sz="3000" b="1" dirty="0"/>
          </a:p>
          <a:p>
            <a:pPr marL="457200" indent="-457200">
              <a:buFont typeface="Wingdings" panose="05000000000000000000" pitchFamily="2" charset="2"/>
              <a:buChar char="Ø"/>
            </a:pPr>
            <a:r>
              <a:rPr lang="en-PH" sz="3000" dirty="0"/>
              <a:t>Resistance is the opposition to the flow of current in a circuit.</a:t>
            </a:r>
          </a:p>
          <a:p>
            <a:pPr marL="457200" indent="-457200">
              <a:buFont typeface="Wingdings" panose="05000000000000000000" pitchFamily="2" charset="2"/>
              <a:buChar char="Ø"/>
            </a:pPr>
            <a:r>
              <a:rPr lang="en-PH" sz="3000" dirty="0"/>
              <a:t>Resistance determines how much current can flow for a given voltage.</a:t>
            </a:r>
          </a:p>
          <a:p>
            <a:endParaRPr lang="en-PH" sz="3000" dirty="0"/>
          </a:p>
          <a:p>
            <a:pPr lvl="0"/>
            <a:r>
              <a:rPr lang="en-PH" sz="3000" dirty="0"/>
              <a:t>Symbol: </a:t>
            </a:r>
            <a:r>
              <a:rPr lang="en-PH" sz="3000" b="1" dirty="0"/>
              <a:t>R </a:t>
            </a:r>
          </a:p>
          <a:p>
            <a:pPr lvl="0"/>
            <a:r>
              <a:rPr lang="en-PH" sz="3000" dirty="0"/>
              <a:t>Unit: </a:t>
            </a:r>
            <a:r>
              <a:rPr lang="en-PH" sz="3000" b="1" dirty="0"/>
              <a:t>Ohm (Ω) </a:t>
            </a:r>
          </a:p>
          <a:p>
            <a:pPr lvl="0"/>
            <a:endParaRPr lang="en-PH" sz="3000" dirty="0"/>
          </a:p>
          <a:p>
            <a:r>
              <a:rPr lang="en-PH" sz="3000" i="1" dirty="0"/>
              <a:t>Example:</a:t>
            </a:r>
          </a:p>
          <a:p>
            <a:r>
              <a:rPr lang="en-PH" sz="3000" dirty="0"/>
              <a:t>(Ohm's Law)</a:t>
            </a:r>
          </a:p>
          <a:p>
            <a:r>
              <a:rPr lang="en-PH" sz="3000" dirty="0"/>
              <a:t>R = V / I</a:t>
            </a:r>
          </a:p>
          <a:p>
            <a:endParaRPr lang="en-PH" sz="3000" dirty="0"/>
          </a:p>
          <a:p>
            <a:r>
              <a:rPr lang="en-PH" sz="3000" dirty="0"/>
              <a:t>If the voltage is 12 V and the current is 2 A:</a:t>
            </a:r>
          </a:p>
          <a:p>
            <a:r>
              <a:rPr lang="en-PH" sz="3000" dirty="0"/>
              <a:t>R = 12 V / 2 A</a:t>
            </a:r>
            <a:br>
              <a:rPr lang="en-PH" sz="3000" dirty="0"/>
            </a:br>
            <a:r>
              <a:rPr lang="en-PH" sz="3000" b="1" i="1" dirty="0"/>
              <a:t>R = 6 Ω</a:t>
            </a:r>
          </a:p>
        </p:txBody>
      </p:sp>
      <p:cxnSp>
        <p:nvCxnSpPr>
          <p:cNvPr id="107" name="Google Shape;107;p14">
            <a:extLst>
              <a:ext uri="{FF2B5EF4-FFF2-40B4-BE49-F238E27FC236}">
                <a16:creationId xmlns:a16="http://schemas.microsoft.com/office/drawing/2014/main" id="{C16F6743-5D51-4B68-0992-471117963B15}"/>
              </a:ext>
            </a:extLst>
          </p:cNvPr>
          <p:cNvCxnSpPr/>
          <p:nvPr/>
        </p:nvCxnSpPr>
        <p:spPr>
          <a:xfrm>
            <a:off x="9124950" y="9667967"/>
            <a:ext cx="8115300" cy="0"/>
          </a:xfrm>
          <a:prstGeom prst="straightConnector1">
            <a:avLst/>
          </a:prstGeom>
          <a:noFill/>
          <a:ln w="38100" cap="flat" cmpd="sng">
            <a:solidFill>
              <a:srgbClr val="E57B6A"/>
            </a:solidFill>
            <a:prstDash val="solid"/>
            <a:round/>
            <a:headEnd type="none" w="sm" len="sm"/>
            <a:tailEnd type="none" w="sm" len="sm"/>
          </a:ln>
        </p:spPr>
      </p:cxnSp>
      <p:pic>
        <p:nvPicPr>
          <p:cNvPr id="110" name="Google Shape;110;p14">
            <a:extLst>
              <a:ext uri="{FF2B5EF4-FFF2-40B4-BE49-F238E27FC236}">
                <a16:creationId xmlns:a16="http://schemas.microsoft.com/office/drawing/2014/main" id="{C824A22C-FADE-D30E-0EA7-27C9175071A2}"/>
              </a:ext>
            </a:extLst>
          </p:cNvPr>
          <p:cNvPicPr preferRelativeResize="0"/>
          <p:nvPr/>
        </p:nvPicPr>
        <p:blipFill>
          <a:blip r:embed="rId4">
            <a:alphaModFix/>
          </a:blip>
          <a:stretch>
            <a:fillRect/>
          </a:stretch>
        </p:blipFill>
        <p:spPr>
          <a:xfrm>
            <a:off x="13807188" y="9057417"/>
            <a:ext cx="3085226" cy="610550"/>
          </a:xfrm>
          <a:prstGeom prst="rect">
            <a:avLst/>
          </a:prstGeom>
          <a:noFill/>
          <a:ln>
            <a:noFill/>
          </a:ln>
        </p:spPr>
      </p:pic>
    </p:spTree>
    <p:extLst>
      <p:ext uri="{BB962C8B-B14F-4D97-AF65-F5344CB8AC3E}">
        <p14:creationId xmlns:p14="http://schemas.microsoft.com/office/powerpoint/2010/main" val="22194665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BFF"/>
        </a:solidFill>
        <a:effectLst/>
      </p:bgPr>
    </p:bg>
    <p:spTree>
      <p:nvGrpSpPr>
        <p:cNvPr id="1" name="Shape 99">
          <a:extLst>
            <a:ext uri="{FF2B5EF4-FFF2-40B4-BE49-F238E27FC236}">
              <a16:creationId xmlns:a16="http://schemas.microsoft.com/office/drawing/2014/main" id="{3A4FDB20-853D-85E6-2E35-11405E973F83}"/>
            </a:ext>
          </a:extLst>
        </p:cNvPr>
        <p:cNvGrpSpPr/>
        <p:nvPr/>
      </p:nvGrpSpPr>
      <p:grpSpPr>
        <a:xfrm>
          <a:off x="0" y="0"/>
          <a:ext cx="0" cy="0"/>
          <a:chOff x="0" y="0"/>
          <a:chExt cx="0" cy="0"/>
        </a:xfrm>
      </p:grpSpPr>
      <p:pic>
        <p:nvPicPr>
          <p:cNvPr id="100" name="Google Shape;100;p14">
            <a:extLst>
              <a:ext uri="{FF2B5EF4-FFF2-40B4-BE49-F238E27FC236}">
                <a16:creationId xmlns:a16="http://schemas.microsoft.com/office/drawing/2014/main" id="{90F13447-9650-D6DD-356D-5CE2C5BC2FF7}"/>
              </a:ext>
            </a:extLst>
          </p:cNvPr>
          <p:cNvPicPr preferRelativeResize="0"/>
          <p:nvPr/>
        </p:nvPicPr>
        <p:blipFill>
          <a:blip r:embed="rId3">
            <a:alphaModFix/>
          </a:blip>
          <a:stretch>
            <a:fillRect/>
          </a:stretch>
        </p:blipFill>
        <p:spPr>
          <a:xfrm>
            <a:off x="0" y="-107900"/>
            <a:ext cx="18435026" cy="12278002"/>
          </a:xfrm>
          <a:prstGeom prst="rect">
            <a:avLst/>
          </a:prstGeom>
          <a:noFill/>
          <a:ln>
            <a:noFill/>
          </a:ln>
        </p:spPr>
      </p:pic>
      <p:cxnSp>
        <p:nvCxnSpPr>
          <p:cNvPr id="105" name="Google Shape;105;p14">
            <a:extLst>
              <a:ext uri="{FF2B5EF4-FFF2-40B4-BE49-F238E27FC236}">
                <a16:creationId xmlns:a16="http://schemas.microsoft.com/office/drawing/2014/main" id="{D4838BA1-D512-F3D0-CB21-4B0B8705CDC1}"/>
              </a:ext>
            </a:extLst>
          </p:cNvPr>
          <p:cNvCxnSpPr/>
          <p:nvPr/>
        </p:nvCxnSpPr>
        <p:spPr>
          <a:xfrm rot="10800000">
            <a:off x="17240250" y="0"/>
            <a:ext cx="0" cy="10856009"/>
          </a:xfrm>
          <a:prstGeom prst="straightConnector1">
            <a:avLst/>
          </a:prstGeom>
          <a:noFill/>
          <a:ln w="38100" cap="flat" cmpd="sng">
            <a:solidFill>
              <a:srgbClr val="E57B6A"/>
            </a:solidFill>
            <a:prstDash val="solid"/>
            <a:round/>
            <a:headEnd type="none" w="sm" len="sm"/>
            <a:tailEnd type="none" w="sm" len="sm"/>
          </a:ln>
        </p:spPr>
      </p:cxnSp>
      <p:sp>
        <p:nvSpPr>
          <p:cNvPr id="106" name="Google Shape;106;p14">
            <a:extLst>
              <a:ext uri="{FF2B5EF4-FFF2-40B4-BE49-F238E27FC236}">
                <a16:creationId xmlns:a16="http://schemas.microsoft.com/office/drawing/2014/main" id="{689604F4-E999-3BF1-7040-B4148655D7B3}"/>
              </a:ext>
            </a:extLst>
          </p:cNvPr>
          <p:cNvSpPr txBox="1"/>
          <p:nvPr/>
        </p:nvSpPr>
        <p:spPr>
          <a:xfrm>
            <a:off x="1555845" y="619032"/>
            <a:ext cx="15336569" cy="7386638"/>
          </a:xfrm>
          <a:prstGeom prst="rect">
            <a:avLst/>
          </a:prstGeom>
          <a:noFill/>
          <a:ln>
            <a:noFill/>
          </a:ln>
        </p:spPr>
        <p:txBody>
          <a:bodyPr spcFirstLastPara="1" wrap="square" lIns="0" tIns="0" rIns="0" bIns="0" anchor="t" anchorCtr="0">
            <a:spAutoFit/>
          </a:bodyPr>
          <a:lstStyle/>
          <a:p>
            <a:r>
              <a:rPr lang="en-PH" sz="3000" b="1" dirty="0">
                <a:latin typeface="Arial Black" panose="020B0A04020102020204" pitchFamily="34" charset="0"/>
              </a:rPr>
              <a:t>D. Power (P)</a:t>
            </a:r>
          </a:p>
          <a:p>
            <a:endParaRPr lang="en-PH" sz="3000" b="1" dirty="0"/>
          </a:p>
          <a:p>
            <a:pPr marL="457200" indent="-457200">
              <a:buFont typeface="Wingdings" panose="05000000000000000000" pitchFamily="2" charset="2"/>
              <a:buChar char="Ø"/>
            </a:pPr>
            <a:r>
              <a:rPr lang="en-PH" sz="3000" dirty="0"/>
              <a:t>Electrical power is the rate at which electrical energy is used or converted by a device or circuit.</a:t>
            </a:r>
          </a:p>
          <a:p>
            <a:endParaRPr lang="en-PH" sz="3000" dirty="0"/>
          </a:p>
          <a:p>
            <a:pPr lvl="0"/>
            <a:r>
              <a:rPr lang="en-PH" sz="3000" dirty="0"/>
              <a:t>Symbol: P </a:t>
            </a:r>
          </a:p>
          <a:p>
            <a:pPr lvl="0"/>
            <a:r>
              <a:rPr lang="en-PH" sz="3000" dirty="0"/>
              <a:t>Unit: Watt (W) </a:t>
            </a:r>
          </a:p>
          <a:p>
            <a:endParaRPr lang="en-PH" sz="3000" dirty="0"/>
          </a:p>
          <a:p>
            <a:r>
              <a:rPr lang="en-PH" sz="3000" dirty="0"/>
              <a:t>Formula:</a:t>
            </a:r>
          </a:p>
          <a:p>
            <a:r>
              <a:rPr lang="en-PH" sz="3000" dirty="0"/>
              <a:t>P = V × I</a:t>
            </a:r>
          </a:p>
          <a:p>
            <a:endParaRPr lang="en-PH" sz="3000" dirty="0"/>
          </a:p>
          <a:p>
            <a:r>
              <a:rPr lang="en-PH" sz="3000" i="1" dirty="0"/>
              <a:t>Example:</a:t>
            </a:r>
          </a:p>
          <a:p>
            <a:r>
              <a:rPr lang="en-PH" sz="3000" dirty="0"/>
              <a:t>If a device operates at 12 V and draws 2 A:</a:t>
            </a:r>
          </a:p>
          <a:p>
            <a:endParaRPr lang="en-PH" sz="3000" dirty="0"/>
          </a:p>
          <a:p>
            <a:r>
              <a:rPr lang="en-PH" sz="3000" dirty="0"/>
              <a:t>P = 12 V × 2 A</a:t>
            </a:r>
            <a:br>
              <a:rPr lang="en-PH" sz="3000" dirty="0"/>
            </a:br>
            <a:r>
              <a:rPr lang="en-PH" sz="3000" b="1" i="1" dirty="0"/>
              <a:t>P = 24 W</a:t>
            </a:r>
          </a:p>
        </p:txBody>
      </p:sp>
      <p:cxnSp>
        <p:nvCxnSpPr>
          <p:cNvPr id="107" name="Google Shape;107;p14">
            <a:extLst>
              <a:ext uri="{FF2B5EF4-FFF2-40B4-BE49-F238E27FC236}">
                <a16:creationId xmlns:a16="http://schemas.microsoft.com/office/drawing/2014/main" id="{DD443F62-4130-3F7A-9534-BA45F0C820F4}"/>
              </a:ext>
            </a:extLst>
          </p:cNvPr>
          <p:cNvCxnSpPr/>
          <p:nvPr/>
        </p:nvCxnSpPr>
        <p:spPr>
          <a:xfrm>
            <a:off x="9124950" y="9667967"/>
            <a:ext cx="8115300" cy="0"/>
          </a:xfrm>
          <a:prstGeom prst="straightConnector1">
            <a:avLst/>
          </a:prstGeom>
          <a:noFill/>
          <a:ln w="38100" cap="flat" cmpd="sng">
            <a:solidFill>
              <a:srgbClr val="E57B6A"/>
            </a:solidFill>
            <a:prstDash val="solid"/>
            <a:round/>
            <a:headEnd type="none" w="sm" len="sm"/>
            <a:tailEnd type="none" w="sm" len="sm"/>
          </a:ln>
        </p:spPr>
      </p:cxnSp>
      <p:pic>
        <p:nvPicPr>
          <p:cNvPr id="110" name="Google Shape;110;p14">
            <a:extLst>
              <a:ext uri="{FF2B5EF4-FFF2-40B4-BE49-F238E27FC236}">
                <a16:creationId xmlns:a16="http://schemas.microsoft.com/office/drawing/2014/main" id="{4080DA50-D679-F199-705A-60A812B406C2}"/>
              </a:ext>
            </a:extLst>
          </p:cNvPr>
          <p:cNvPicPr preferRelativeResize="0"/>
          <p:nvPr/>
        </p:nvPicPr>
        <p:blipFill>
          <a:blip r:embed="rId4">
            <a:alphaModFix/>
          </a:blip>
          <a:stretch>
            <a:fillRect/>
          </a:stretch>
        </p:blipFill>
        <p:spPr>
          <a:xfrm>
            <a:off x="13807188" y="9057417"/>
            <a:ext cx="3085226" cy="610550"/>
          </a:xfrm>
          <a:prstGeom prst="rect">
            <a:avLst/>
          </a:prstGeom>
          <a:noFill/>
          <a:ln>
            <a:noFill/>
          </a:ln>
        </p:spPr>
      </p:pic>
    </p:spTree>
    <p:extLst>
      <p:ext uri="{BB962C8B-B14F-4D97-AF65-F5344CB8AC3E}">
        <p14:creationId xmlns:p14="http://schemas.microsoft.com/office/powerpoint/2010/main" val="3493189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BFF"/>
        </a:solidFill>
        <a:effectLst/>
      </p:bgPr>
    </p:bg>
    <p:spTree>
      <p:nvGrpSpPr>
        <p:cNvPr id="1" name="Shape 99">
          <a:extLst>
            <a:ext uri="{FF2B5EF4-FFF2-40B4-BE49-F238E27FC236}">
              <a16:creationId xmlns:a16="http://schemas.microsoft.com/office/drawing/2014/main" id="{A112AD40-C3D1-ACC6-0A44-0B7F0695DF61}"/>
            </a:ext>
          </a:extLst>
        </p:cNvPr>
        <p:cNvGrpSpPr/>
        <p:nvPr/>
      </p:nvGrpSpPr>
      <p:grpSpPr>
        <a:xfrm>
          <a:off x="0" y="0"/>
          <a:ext cx="0" cy="0"/>
          <a:chOff x="0" y="0"/>
          <a:chExt cx="0" cy="0"/>
        </a:xfrm>
      </p:grpSpPr>
      <p:pic>
        <p:nvPicPr>
          <p:cNvPr id="100" name="Google Shape;100;p14">
            <a:extLst>
              <a:ext uri="{FF2B5EF4-FFF2-40B4-BE49-F238E27FC236}">
                <a16:creationId xmlns:a16="http://schemas.microsoft.com/office/drawing/2014/main" id="{E2E9FFF8-08DF-2132-0AEC-33EF405D9E22}"/>
              </a:ext>
            </a:extLst>
          </p:cNvPr>
          <p:cNvPicPr preferRelativeResize="0"/>
          <p:nvPr/>
        </p:nvPicPr>
        <p:blipFill>
          <a:blip r:embed="rId3">
            <a:alphaModFix/>
          </a:blip>
          <a:stretch>
            <a:fillRect/>
          </a:stretch>
        </p:blipFill>
        <p:spPr>
          <a:xfrm>
            <a:off x="0" y="-69945"/>
            <a:ext cx="18435026" cy="12278002"/>
          </a:xfrm>
          <a:prstGeom prst="rect">
            <a:avLst/>
          </a:prstGeom>
          <a:noFill/>
          <a:ln>
            <a:noFill/>
          </a:ln>
        </p:spPr>
      </p:pic>
      <p:cxnSp>
        <p:nvCxnSpPr>
          <p:cNvPr id="105" name="Google Shape;105;p14">
            <a:extLst>
              <a:ext uri="{FF2B5EF4-FFF2-40B4-BE49-F238E27FC236}">
                <a16:creationId xmlns:a16="http://schemas.microsoft.com/office/drawing/2014/main" id="{749F0FEC-B11C-816E-45A4-64E19FCAFAC7}"/>
              </a:ext>
            </a:extLst>
          </p:cNvPr>
          <p:cNvCxnSpPr/>
          <p:nvPr/>
        </p:nvCxnSpPr>
        <p:spPr>
          <a:xfrm rot="10800000">
            <a:off x="17240250" y="0"/>
            <a:ext cx="0" cy="10856009"/>
          </a:xfrm>
          <a:prstGeom prst="straightConnector1">
            <a:avLst/>
          </a:prstGeom>
          <a:noFill/>
          <a:ln w="38100" cap="flat" cmpd="sng">
            <a:solidFill>
              <a:srgbClr val="E57B6A"/>
            </a:solidFill>
            <a:prstDash val="solid"/>
            <a:round/>
            <a:headEnd type="none" w="sm" len="sm"/>
            <a:tailEnd type="none" w="sm" len="sm"/>
          </a:ln>
        </p:spPr>
      </p:cxnSp>
      <p:sp>
        <p:nvSpPr>
          <p:cNvPr id="106" name="Google Shape;106;p14">
            <a:extLst>
              <a:ext uri="{FF2B5EF4-FFF2-40B4-BE49-F238E27FC236}">
                <a16:creationId xmlns:a16="http://schemas.microsoft.com/office/drawing/2014/main" id="{DAC5A1B2-1219-26EA-2158-06E93AF982A9}"/>
              </a:ext>
            </a:extLst>
          </p:cNvPr>
          <p:cNvSpPr txBox="1"/>
          <p:nvPr/>
        </p:nvSpPr>
        <p:spPr>
          <a:xfrm>
            <a:off x="1555845" y="619032"/>
            <a:ext cx="15336569" cy="8002191"/>
          </a:xfrm>
          <a:prstGeom prst="rect">
            <a:avLst/>
          </a:prstGeom>
          <a:noFill/>
          <a:ln>
            <a:noFill/>
          </a:ln>
        </p:spPr>
        <p:txBody>
          <a:bodyPr spcFirstLastPara="1" wrap="square" lIns="0" tIns="0" rIns="0" bIns="0" anchor="t" anchorCtr="0">
            <a:spAutoFit/>
          </a:bodyPr>
          <a:lstStyle/>
          <a:p>
            <a:r>
              <a:rPr lang="en-PH" sz="3000" b="1" dirty="0">
                <a:latin typeface="Arial Black" panose="020B0A04020102020204" pitchFamily="34" charset="0"/>
              </a:rPr>
              <a:t>II. Direct Current (DC): Concepts and Applications</a:t>
            </a:r>
          </a:p>
          <a:p>
            <a:endParaRPr lang="en-PH" sz="3000" b="1" dirty="0"/>
          </a:p>
          <a:p>
            <a:r>
              <a:rPr lang="en-PH" sz="3000" b="1" dirty="0"/>
              <a:t>What is Direct Current (DC)?</a:t>
            </a:r>
          </a:p>
          <a:p>
            <a:pPr marL="457200" indent="-457200">
              <a:buFont typeface="Wingdings" panose="05000000000000000000" pitchFamily="2" charset="2"/>
              <a:buChar char="Ø"/>
            </a:pPr>
            <a:r>
              <a:rPr lang="en-PH" sz="3000" dirty="0"/>
              <a:t>Direct Current (DC) is the flow of electric charge in one direction </a:t>
            </a:r>
            <a:r>
              <a:rPr lang="en-PH" sz="3200" dirty="0"/>
              <a:t>and is the primary operating power used by many electronic and digital devices.</a:t>
            </a:r>
            <a:endParaRPr lang="en-PH" sz="3000" dirty="0"/>
          </a:p>
          <a:p>
            <a:pPr marL="457200" indent="-457200">
              <a:buFont typeface="Wingdings" panose="05000000000000000000" pitchFamily="2" charset="2"/>
              <a:buChar char="Ø"/>
            </a:pPr>
            <a:r>
              <a:rPr lang="en-PH" sz="3000" dirty="0"/>
              <a:t>In a basic DC circuit, the voltage maintains a fixed polarity, meaning the positive and negative terminals remain in the same positions.</a:t>
            </a:r>
          </a:p>
          <a:p>
            <a:pPr marL="457200" indent="-457200">
              <a:buFont typeface="Wingdings" panose="05000000000000000000" pitchFamily="2" charset="2"/>
              <a:buChar char="Ø"/>
            </a:pPr>
            <a:r>
              <a:rPr lang="en-PH" sz="3000" dirty="0"/>
              <a:t>A battery is a common source of DC power.</a:t>
            </a:r>
          </a:p>
          <a:p>
            <a:pPr marL="457200" indent="-457200">
              <a:buFont typeface="Wingdings" panose="05000000000000000000" pitchFamily="2" charset="2"/>
              <a:buChar char="Ø"/>
            </a:pPr>
            <a:endParaRPr lang="en-PH" sz="3000" dirty="0"/>
          </a:p>
          <a:p>
            <a:r>
              <a:rPr lang="en-PH" sz="3000" b="1" dirty="0"/>
              <a:t>Why is DC Important in Electronics?</a:t>
            </a:r>
          </a:p>
          <a:p>
            <a:pPr marL="457200" indent="-457200">
              <a:buFont typeface="Wingdings" panose="05000000000000000000" pitchFamily="2" charset="2"/>
              <a:buChar char="Ø"/>
            </a:pPr>
            <a:r>
              <a:rPr lang="en-PH" sz="3000" dirty="0"/>
              <a:t>DC is very important because most electronic and digital devices operate using DC voltage.</a:t>
            </a:r>
          </a:p>
          <a:p>
            <a:pPr marL="457200" indent="-457200">
              <a:buFont typeface="Wingdings" panose="05000000000000000000" pitchFamily="2" charset="2"/>
              <a:buChar char="Ø"/>
            </a:pPr>
            <a:r>
              <a:rPr lang="en-PH" sz="3200" dirty="0"/>
              <a:t>Devices such as Microcontrollers, Sensors and Alarm systems usually require stable, low-voltage DC power to operate properly.</a:t>
            </a:r>
          </a:p>
          <a:p>
            <a:endParaRPr lang="en-PH" sz="3200" dirty="0"/>
          </a:p>
          <a:p>
            <a:endParaRPr lang="en-PH" sz="3000" dirty="0"/>
          </a:p>
          <a:p>
            <a:endParaRPr lang="en-PH" sz="3000" dirty="0"/>
          </a:p>
        </p:txBody>
      </p:sp>
      <p:cxnSp>
        <p:nvCxnSpPr>
          <p:cNvPr id="107" name="Google Shape;107;p14">
            <a:extLst>
              <a:ext uri="{FF2B5EF4-FFF2-40B4-BE49-F238E27FC236}">
                <a16:creationId xmlns:a16="http://schemas.microsoft.com/office/drawing/2014/main" id="{36ABCC1F-1777-2CA2-5BBE-CAA8B66D150A}"/>
              </a:ext>
            </a:extLst>
          </p:cNvPr>
          <p:cNvCxnSpPr/>
          <p:nvPr/>
        </p:nvCxnSpPr>
        <p:spPr>
          <a:xfrm>
            <a:off x="9124950" y="9667967"/>
            <a:ext cx="8115300" cy="0"/>
          </a:xfrm>
          <a:prstGeom prst="straightConnector1">
            <a:avLst/>
          </a:prstGeom>
          <a:noFill/>
          <a:ln w="38100" cap="flat" cmpd="sng">
            <a:solidFill>
              <a:srgbClr val="E57B6A"/>
            </a:solidFill>
            <a:prstDash val="solid"/>
            <a:round/>
            <a:headEnd type="none" w="sm" len="sm"/>
            <a:tailEnd type="none" w="sm" len="sm"/>
          </a:ln>
        </p:spPr>
      </p:cxnSp>
      <p:pic>
        <p:nvPicPr>
          <p:cNvPr id="110" name="Google Shape;110;p14">
            <a:extLst>
              <a:ext uri="{FF2B5EF4-FFF2-40B4-BE49-F238E27FC236}">
                <a16:creationId xmlns:a16="http://schemas.microsoft.com/office/drawing/2014/main" id="{9A06772C-1253-B8B4-006B-923F17355405}"/>
              </a:ext>
            </a:extLst>
          </p:cNvPr>
          <p:cNvPicPr preferRelativeResize="0"/>
          <p:nvPr/>
        </p:nvPicPr>
        <p:blipFill>
          <a:blip r:embed="rId4">
            <a:alphaModFix/>
          </a:blip>
          <a:stretch>
            <a:fillRect/>
          </a:stretch>
        </p:blipFill>
        <p:spPr>
          <a:xfrm>
            <a:off x="13807188" y="9057417"/>
            <a:ext cx="3085226" cy="610550"/>
          </a:xfrm>
          <a:prstGeom prst="rect">
            <a:avLst/>
          </a:prstGeom>
          <a:noFill/>
          <a:ln>
            <a:noFill/>
          </a:ln>
        </p:spPr>
      </p:pic>
    </p:spTree>
    <p:extLst>
      <p:ext uri="{BB962C8B-B14F-4D97-AF65-F5344CB8AC3E}">
        <p14:creationId xmlns:p14="http://schemas.microsoft.com/office/powerpoint/2010/main" val="14962997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BFF"/>
        </a:solidFill>
        <a:effectLst/>
      </p:bgPr>
    </p:bg>
    <p:spTree>
      <p:nvGrpSpPr>
        <p:cNvPr id="1" name="Shape 99">
          <a:extLst>
            <a:ext uri="{FF2B5EF4-FFF2-40B4-BE49-F238E27FC236}">
              <a16:creationId xmlns:a16="http://schemas.microsoft.com/office/drawing/2014/main" id="{32442316-1E2E-8E9D-C891-DC2E26716E17}"/>
            </a:ext>
          </a:extLst>
        </p:cNvPr>
        <p:cNvGrpSpPr/>
        <p:nvPr/>
      </p:nvGrpSpPr>
      <p:grpSpPr>
        <a:xfrm>
          <a:off x="0" y="0"/>
          <a:ext cx="0" cy="0"/>
          <a:chOff x="0" y="0"/>
          <a:chExt cx="0" cy="0"/>
        </a:xfrm>
      </p:grpSpPr>
      <p:pic>
        <p:nvPicPr>
          <p:cNvPr id="100" name="Google Shape;100;p14">
            <a:extLst>
              <a:ext uri="{FF2B5EF4-FFF2-40B4-BE49-F238E27FC236}">
                <a16:creationId xmlns:a16="http://schemas.microsoft.com/office/drawing/2014/main" id="{5395A891-C1B7-349F-2EF2-A8D5B156FCCC}"/>
              </a:ext>
            </a:extLst>
          </p:cNvPr>
          <p:cNvPicPr preferRelativeResize="0"/>
          <p:nvPr/>
        </p:nvPicPr>
        <p:blipFill>
          <a:blip r:embed="rId3">
            <a:alphaModFix/>
          </a:blip>
          <a:stretch>
            <a:fillRect/>
          </a:stretch>
        </p:blipFill>
        <p:spPr>
          <a:xfrm>
            <a:off x="0" y="0"/>
            <a:ext cx="18435026" cy="12278002"/>
          </a:xfrm>
          <a:prstGeom prst="rect">
            <a:avLst/>
          </a:prstGeom>
          <a:noFill/>
          <a:ln>
            <a:noFill/>
          </a:ln>
        </p:spPr>
      </p:pic>
      <p:cxnSp>
        <p:nvCxnSpPr>
          <p:cNvPr id="105" name="Google Shape;105;p14">
            <a:extLst>
              <a:ext uri="{FF2B5EF4-FFF2-40B4-BE49-F238E27FC236}">
                <a16:creationId xmlns:a16="http://schemas.microsoft.com/office/drawing/2014/main" id="{BA27BA01-0540-97DD-6523-7AC6F8C6F7BE}"/>
              </a:ext>
            </a:extLst>
          </p:cNvPr>
          <p:cNvCxnSpPr/>
          <p:nvPr/>
        </p:nvCxnSpPr>
        <p:spPr>
          <a:xfrm rot="10800000">
            <a:off x="17240250" y="0"/>
            <a:ext cx="0" cy="10856009"/>
          </a:xfrm>
          <a:prstGeom prst="straightConnector1">
            <a:avLst/>
          </a:prstGeom>
          <a:noFill/>
          <a:ln w="38100" cap="flat" cmpd="sng">
            <a:solidFill>
              <a:srgbClr val="E57B6A"/>
            </a:solidFill>
            <a:prstDash val="solid"/>
            <a:round/>
            <a:headEnd type="none" w="sm" len="sm"/>
            <a:tailEnd type="none" w="sm" len="sm"/>
          </a:ln>
        </p:spPr>
      </p:cxnSp>
      <p:sp>
        <p:nvSpPr>
          <p:cNvPr id="106" name="Google Shape;106;p14">
            <a:extLst>
              <a:ext uri="{FF2B5EF4-FFF2-40B4-BE49-F238E27FC236}">
                <a16:creationId xmlns:a16="http://schemas.microsoft.com/office/drawing/2014/main" id="{A8096AF5-9D86-4172-B22C-1385B399ECA0}"/>
              </a:ext>
            </a:extLst>
          </p:cNvPr>
          <p:cNvSpPr txBox="1"/>
          <p:nvPr/>
        </p:nvSpPr>
        <p:spPr>
          <a:xfrm>
            <a:off x="1405718" y="851044"/>
            <a:ext cx="15486696" cy="4154984"/>
          </a:xfrm>
          <a:prstGeom prst="rect">
            <a:avLst/>
          </a:prstGeom>
          <a:noFill/>
          <a:ln>
            <a:noFill/>
          </a:ln>
        </p:spPr>
        <p:txBody>
          <a:bodyPr spcFirstLastPara="1" wrap="square" lIns="0" tIns="0" rIns="0" bIns="0" anchor="t" anchorCtr="0">
            <a:spAutoFit/>
          </a:bodyPr>
          <a:lstStyle/>
          <a:p>
            <a:r>
              <a:rPr lang="en-PH" sz="3000" b="1" dirty="0">
                <a:latin typeface="Arial Black" panose="020B0A04020102020204" pitchFamily="34" charset="0"/>
              </a:rPr>
              <a:t>DC in Everyday IT and Electronic Devices</a:t>
            </a:r>
          </a:p>
          <a:p>
            <a:endParaRPr lang="en-PH" sz="3000" b="1" dirty="0"/>
          </a:p>
          <a:p>
            <a:pPr marL="457200" indent="-457200" algn="just">
              <a:buFont typeface="Wingdings" panose="05000000000000000000" pitchFamily="2" charset="2"/>
              <a:buChar char="Ø"/>
            </a:pPr>
            <a:r>
              <a:rPr lang="en-PH" sz="3000" dirty="0"/>
              <a:t>Even though the electrical outlet in a building supplies AC (Alternating Current), many electronic devices actually operate internally using DC.</a:t>
            </a:r>
          </a:p>
          <a:p>
            <a:pPr marL="457200" indent="-457200" algn="just">
              <a:buFont typeface="Wingdings" panose="05000000000000000000" pitchFamily="2" charset="2"/>
              <a:buChar char="Ø"/>
            </a:pPr>
            <a:r>
              <a:rPr lang="en-PH" sz="3000" dirty="0"/>
              <a:t>A power adapter converts the AC from the outlet into the DC voltage required by the device.</a:t>
            </a:r>
          </a:p>
          <a:p>
            <a:endParaRPr lang="en-PH" sz="3000" dirty="0"/>
          </a:p>
          <a:p>
            <a:r>
              <a:rPr lang="en-PH" sz="3000" i="1" dirty="0"/>
              <a:t>Example:</a:t>
            </a:r>
          </a:p>
          <a:p>
            <a:r>
              <a:rPr lang="en-PH" sz="3000" dirty="0"/>
              <a:t>AC from outlet → Power supply/adapter → DC → Electronic circuit</a:t>
            </a:r>
          </a:p>
        </p:txBody>
      </p:sp>
      <p:cxnSp>
        <p:nvCxnSpPr>
          <p:cNvPr id="107" name="Google Shape;107;p14">
            <a:extLst>
              <a:ext uri="{FF2B5EF4-FFF2-40B4-BE49-F238E27FC236}">
                <a16:creationId xmlns:a16="http://schemas.microsoft.com/office/drawing/2014/main" id="{743CC4A7-8789-E1A0-CCBB-A90D4FF7EB48}"/>
              </a:ext>
            </a:extLst>
          </p:cNvPr>
          <p:cNvCxnSpPr/>
          <p:nvPr/>
        </p:nvCxnSpPr>
        <p:spPr>
          <a:xfrm>
            <a:off x="9124950" y="9667967"/>
            <a:ext cx="8115300" cy="0"/>
          </a:xfrm>
          <a:prstGeom prst="straightConnector1">
            <a:avLst/>
          </a:prstGeom>
          <a:noFill/>
          <a:ln w="38100" cap="flat" cmpd="sng">
            <a:solidFill>
              <a:srgbClr val="E57B6A"/>
            </a:solidFill>
            <a:prstDash val="solid"/>
            <a:round/>
            <a:headEnd type="none" w="sm" len="sm"/>
            <a:tailEnd type="none" w="sm" len="sm"/>
          </a:ln>
        </p:spPr>
      </p:cxnSp>
      <p:pic>
        <p:nvPicPr>
          <p:cNvPr id="110" name="Google Shape;110;p14">
            <a:extLst>
              <a:ext uri="{FF2B5EF4-FFF2-40B4-BE49-F238E27FC236}">
                <a16:creationId xmlns:a16="http://schemas.microsoft.com/office/drawing/2014/main" id="{8165F084-0999-0433-5B28-08AE426E663F}"/>
              </a:ext>
            </a:extLst>
          </p:cNvPr>
          <p:cNvPicPr preferRelativeResize="0"/>
          <p:nvPr/>
        </p:nvPicPr>
        <p:blipFill>
          <a:blip r:embed="rId4">
            <a:alphaModFix/>
          </a:blip>
          <a:stretch>
            <a:fillRect/>
          </a:stretch>
        </p:blipFill>
        <p:spPr>
          <a:xfrm>
            <a:off x="13807188" y="9057417"/>
            <a:ext cx="3085226" cy="610550"/>
          </a:xfrm>
          <a:prstGeom prst="rect">
            <a:avLst/>
          </a:prstGeom>
          <a:noFill/>
          <a:ln>
            <a:noFill/>
          </a:ln>
        </p:spPr>
      </p:pic>
    </p:spTree>
    <p:extLst>
      <p:ext uri="{BB962C8B-B14F-4D97-AF65-F5344CB8AC3E}">
        <p14:creationId xmlns:p14="http://schemas.microsoft.com/office/powerpoint/2010/main" val="37025600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BFF"/>
        </a:solidFill>
        <a:effectLst/>
      </p:bgPr>
    </p:bg>
    <p:spTree>
      <p:nvGrpSpPr>
        <p:cNvPr id="1" name="Shape 99">
          <a:extLst>
            <a:ext uri="{FF2B5EF4-FFF2-40B4-BE49-F238E27FC236}">
              <a16:creationId xmlns:a16="http://schemas.microsoft.com/office/drawing/2014/main" id="{49386E08-8B33-AF4B-A06E-FDB487B60411}"/>
            </a:ext>
          </a:extLst>
        </p:cNvPr>
        <p:cNvGrpSpPr/>
        <p:nvPr/>
      </p:nvGrpSpPr>
      <p:grpSpPr>
        <a:xfrm>
          <a:off x="0" y="0"/>
          <a:ext cx="0" cy="0"/>
          <a:chOff x="0" y="0"/>
          <a:chExt cx="0" cy="0"/>
        </a:xfrm>
      </p:grpSpPr>
      <p:pic>
        <p:nvPicPr>
          <p:cNvPr id="100" name="Google Shape;100;p14">
            <a:extLst>
              <a:ext uri="{FF2B5EF4-FFF2-40B4-BE49-F238E27FC236}">
                <a16:creationId xmlns:a16="http://schemas.microsoft.com/office/drawing/2014/main" id="{F66BF3A0-30BE-0003-971A-45DD388B696F}"/>
              </a:ext>
            </a:extLst>
          </p:cNvPr>
          <p:cNvPicPr preferRelativeResize="0"/>
          <p:nvPr/>
        </p:nvPicPr>
        <p:blipFill>
          <a:blip r:embed="rId3">
            <a:alphaModFix/>
          </a:blip>
          <a:stretch>
            <a:fillRect/>
          </a:stretch>
        </p:blipFill>
        <p:spPr>
          <a:xfrm>
            <a:off x="0" y="-107900"/>
            <a:ext cx="18435026" cy="12278002"/>
          </a:xfrm>
          <a:prstGeom prst="rect">
            <a:avLst/>
          </a:prstGeom>
          <a:noFill/>
          <a:ln>
            <a:noFill/>
          </a:ln>
        </p:spPr>
      </p:pic>
      <p:cxnSp>
        <p:nvCxnSpPr>
          <p:cNvPr id="105" name="Google Shape;105;p14">
            <a:extLst>
              <a:ext uri="{FF2B5EF4-FFF2-40B4-BE49-F238E27FC236}">
                <a16:creationId xmlns:a16="http://schemas.microsoft.com/office/drawing/2014/main" id="{DF7A588C-D408-9CD7-D629-5920B69C5868}"/>
              </a:ext>
            </a:extLst>
          </p:cNvPr>
          <p:cNvCxnSpPr/>
          <p:nvPr/>
        </p:nvCxnSpPr>
        <p:spPr>
          <a:xfrm rot="10800000">
            <a:off x="17240250" y="0"/>
            <a:ext cx="0" cy="10856009"/>
          </a:xfrm>
          <a:prstGeom prst="straightConnector1">
            <a:avLst/>
          </a:prstGeom>
          <a:noFill/>
          <a:ln w="38100" cap="flat" cmpd="sng">
            <a:solidFill>
              <a:srgbClr val="E57B6A"/>
            </a:solidFill>
            <a:prstDash val="solid"/>
            <a:round/>
            <a:headEnd type="none" w="sm" len="sm"/>
            <a:tailEnd type="none" w="sm" len="sm"/>
          </a:ln>
        </p:spPr>
      </p:cxnSp>
      <p:sp>
        <p:nvSpPr>
          <p:cNvPr id="106" name="Google Shape;106;p14">
            <a:extLst>
              <a:ext uri="{FF2B5EF4-FFF2-40B4-BE49-F238E27FC236}">
                <a16:creationId xmlns:a16="http://schemas.microsoft.com/office/drawing/2014/main" id="{FAE15711-BE1B-AB37-00BF-108431D2723E}"/>
              </a:ext>
            </a:extLst>
          </p:cNvPr>
          <p:cNvSpPr txBox="1"/>
          <p:nvPr/>
        </p:nvSpPr>
        <p:spPr>
          <a:xfrm>
            <a:off x="1446664" y="899447"/>
            <a:ext cx="15394672" cy="6647974"/>
          </a:xfrm>
          <a:prstGeom prst="rect">
            <a:avLst/>
          </a:prstGeom>
          <a:noFill/>
          <a:ln>
            <a:noFill/>
          </a:ln>
        </p:spPr>
        <p:txBody>
          <a:bodyPr spcFirstLastPara="1" wrap="square" lIns="0" tIns="0" rIns="0" bIns="0" anchor="t" anchorCtr="0">
            <a:spAutoFit/>
          </a:bodyPr>
          <a:lstStyle/>
          <a:p>
            <a:r>
              <a:rPr lang="en-PH" sz="3000" b="1" dirty="0">
                <a:latin typeface="Arial Black" panose="020B0A04020102020204" pitchFamily="34" charset="0"/>
              </a:rPr>
              <a:t>III. Alternating Current (AC): Terminology, Waveforms, Period, and Frequency</a:t>
            </a:r>
          </a:p>
          <a:p>
            <a:endParaRPr lang="en-PH" sz="3000" b="1" dirty="0"/>
          </a:p>
          <a:p>
            <a:r>
              <a:rPr lang="en-PH" sz="3000" b="1" dirty="0">
                <a:latin typeface="Arial Black" panose="020B0A04020102020204" pitchFamily="34" charset="0"/>
              </a:rPr>
              <a:t>What is Alternating Current (AC)?</a:t>
            </a:r>
          </a:p>
          <a:p>
            <a:pPr marL="457200" indent="-457200" algn="just">
              <a:buFont typeface="Wingdings" panose="05000000000000000000" pitchFamily="2" charset="2"/>
              <a:buChar char="Ø"/>
            </a:pPr>
            <a:r>
              <a:rPr lang="en-PH" sz="3000" dirty="0"/>
              <a:t>Alternating Current (AC) is electric current that periodically changes direction.</a:t>
            </a:r>
          </a:p>
          <a:p>
            <a:pPr marL="457200" indent="-457200" algn="just">
              <a:buFont typeface="Wingdings" panose="05000000000000000000" pitchFamily="2" charset="2"/>
              <a:buChar char="Ø"/>
            </a:pPr>
            <a:r>
              <a:rPr lang="en-PH" sz="3000" dirty="0"/>
              <a:t>Unlike DC, which flows in one direction, AC reverses direction repeatedly over time.</a:t>
            </a:r>
          </a:p>
          <a:p>
            <a:pPr marL="457200" indent="-457200" algn="just">
              <a:buFont typeface="Wingdings" panose="05000000000000000000" pitchFamily="2" charset="2"/>
              <a:buChar char="Ø"/>
            </a:pPr>
            <a:r>
              <a:rPr lang="en-PH" sz="3000" dirty="0"/>
              <a:t>In an AC circuit, the voltage and current change continuously with time.</a:t>
            </a:r>
          </a:p>
          <a:p>
            <a:pPr algn="just"/>
            <a:endParaRPr lang="en-PH" sz="3000" dirty="0"/>
          </a:p>
          <a:p>
            <a:r>
              <a:rPr lang="en-PH" sz="3000" b="1" dirty="0">
                <a:latin typeface="Arial Black" panose="020B0A04020102020204" pitchFamily="34" charset="0"/>
              </a:rPr>
              <a:t>Why is AC Important in Electronics?</a:t>
            </a:r>
          </a:p>
          <a:p>
            <a:endParaRPr lang="en-PH" sz="1200" b="1" dirty="0"/>
          </a:p>
          <a:p>
            <a:pPr marL="457200" indent="-457200" algn="just">
              <a:buFont typeface="Wingdings" panose="05000000000000000000" pitchFamily="2" charset="2"/>
              <a:buChar char="Ø"/>
            </a:pPr>
            <a:r>
              <a:rPr lang="en-PH" sz="3000" dirty="0"/>
              <a:t>Alternating Current (AC) is important because it is the main form of electrical power supplied by utility systems and wall outlets. Many electronic devices receive AC power first, which is then converted into DC for the electronic circuits inside the device.</a:t>
            </a:r>
          </a:p>
          <a:p>
            <a:pPr algn="just"/>
            <a:endParaRPr lang="en-PH" sz="3000" dirty="0"/>
          </a:p>
          <a:p>
            <a:pPr algn="just"/>
            <a:endParaRPr lang="en-PH" sz="3000" dirty="0"/>
          </a:p>
        </p:txBody>
      </p:sp>
      <p:cxnSp>
        <p:nvCxnSpPr>
          <p:cNvPr id="107" name="Google Shape;107;p14">
            <a:extLst>
              <a:ext uri="{FF2B5EF4-FFF2-40B4-BE49-F238E27FC236}">
                <a16:creationId xmlns:a16="http://schemas.microsoft.com/office/drawing/2014/main" id="{F09A8B33-1191-AECE-1A71-D023E61B8F1A}"/>
              </a:ext>
            </a:extLst>
          </p:cNvPr>
          <p:cNvCxnSpPr/>
          <p:nvPr/>
        </p:nvCxnSpPr>
        <p:spPr>
          <a:xfrm>
            <a:off x="9124950" y="9667967"/>
            <a:ext cx="8115300" cy="0"/>
          </a:xfrm>
          <a:prstGeom prst="straightConnector1">
            <a:avLst/>
          </a:prstGeom>
          <a:noFill/>
          <a:ln w="38100" cap="flat" cmpd="sng">
            <a:solidFill>
              <a:srgbClr val="E57B6A"/>
            </a:solidFill>
            <a:prstDash val="solid"/>
            <a:round/>
            <a:headEnd type="none" w="sm" len="sm"/>
            <a:tailEnd type="none" w="sm" len="sm"/>
          </a:ln>
        </p:spPr>
      </p:cxnSp>
      <p:pic>
        <p:nvPicPr>
          <p:cNvPr id="110" name="Google Shape;110;p14">
            <a:extLst>
              <a:ext uri="{FF2B5EF4-FFF2-40B4-BE49-F238E27FC236}">
                <a16:creationId xmlns:a16="http://schemas.microsoft.com/office/drawing/2014/main" id="{754CAE3E-DB1C-A980-C789-961C3692E825}"/>
              </a:ext>
            </a:extLst>
          </p:cNvPr>
          <p:cNvPicPr preferRelativeResize="0"/>
          <p:nvPr/>
        </p:nvPicPr>
        <p:blipFill>
          <a:blip r:embed="rId4">
            <a:alphaModFix/>
          </a:blip>
          <a:stretch>
            <a:fillRect/>
          </a:stretch>
        </p:blipFill>
        <p:spPr>
          <a:xfrm>
            <a:off x="13807188" y="9057417"/>
            <a:ext cx="3085226" cy="610550"/>
          </a:xfrm>
          <a:prstGeom prst="rect">
            <a:avLst/>
          </a:prstGeom>
          <a:noFill/>
          <a:ln>
            <a:noFill/>
          </a:ln>
        </p:spPr>
      </p:pic>
    </p:spTree>
    <p:extLst>
      <p:ext uri="{BB962C8B-B14F-4D97-AF65-F5344CB8AC3E}">
        <p14:creationId xmlns:p14="http://schemas.microsoft.com/office/powerpoint/2010/main" val="27734741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BFF"/>
        </a:solidFill>
        <a:effectLst/>
      </p:bgPr>
    </p:bg>
    <p:spTree>
      <p:nvGrpSpPr>
        <p:cNvPr id="1" name="Shape 99">
          <a:extLst>
            <a:ext uri="{FF2B5EF4-FFF2-40B4-BE49-F238E27FC236}">
              <a16:creationId xmlns:a16="http://schemas.microsoft.com/office/drawing/2014/main" id="{26F28D23-8C60-0D63-38FD-710436FC7066}"/>
            </a:ext>
          </a:extLst>
        </p:cNvPr>
        <p:cNvGrpSpPr/>
        <p:nvPr/>
      </p:nvGrpSpPr>
      <p:grpSpPr>
        <a:xfrm>
          <a:off x="0" y="0"/>
          <a:ext cx="0" cy="0"/>
          <a:chOff x="0" y="0"/>
          <a:chExt cx="0" cy="0"/>
        </a:xfrm>
      </p:grpSpPr>
      <p:pic>
        <p:nvPicPr>
          <p:cNvPr id="100" name="Google Shape;100;p14">
            <a:extLst>
              <a:ext uri="{FF2B5EF4-FFF2-40B4-BE49-F238E27FC236}">
                <a16:creationId xmlns:a16="http://schemas.microsoft.com/office/drawing/2014/main" id="{CEF854D6-EA08-794B-290C-69168AEB303E}"/>
              </a:ext>
            </a:extLst>
          </p:cNvPr>
          <p:cNvPicPr preferRelativeResize="0"/>
          <p:nvPr/>
        </p:nvPicPr>
        <p:blipFill>
          <a:blip r:embed="rId3">
            <a:alphaModFix/>
          </a:blip>
          <a:stretch>
            <a:fillRect/>
          </a:stretch>
        </p:blipFill>
        <p:spPr>
          <a:xfrm>
            <a:off x="0" y="-107900"/>
            <a:ext cx="18435026" cy="12278002"/>
          </a:xfrm>
          <a:prstGeom prst="rect">
            <a:avLst/>
          </a:prstGeom>
          <a:noFill/>
          <a:ln>
            <a:noFill/>
          </a:ln>
        </p:spPr>
      </p:pic>
      <p:cxnSp>
        <p:nvCxnSpPr>
          <p:cNvPr id="105" name="Google Shape;105;p14">
            <a:extLst>
              <a:ext uri="{FF2B5EF4-FFF2-40B4-BE49-F238E27FC236}">
                <a16:creationId xmlns:a16="http://schemas.microsoft.com/office/drawing/2014/main" id="{66C7FC1A-2AAC-5280-1AC0-A83B10040CFB}"/>
              </a:ext>
            </a:extLst>
          </p:cNvPr>
          <p:cNvCxnSpPr/>
          <p:nvPr/>
        </p:nvCxnSpPr>
        <p:spPr>
          <a:xfrm rot="10800000">
            <a:off x="17240250" y="0"/>
            <a:ext cx="0" cy="10856009"/>
          </a:xfrm>
          <a:prstGeom prst="straightConnector1">
            <a:avLst/>
          </a:prstGeom>
          <a:noFill/>
          <a:ln w="38100" cap="flat" cmpd="sng">
            <a:solidFill>
              <a:srgbClr val="E57B6A"/>
            </a:solidFill>
            <a:prstDash val="solid"/>
            <a:round/>
            <a:headEnd type="none" w="sm" len="sm"/>
            <a:tailEnd type="none" w="sm" len="sm"/>
          </a:ln>
        </p:spPr>
      </p:cxnSp>
      <p:sp>
        <p:nvSpPr>
          <p:cNvPr id="106" name="Google Shape;106;p14">
            <a:extLst>
              <a:ext uri="{FF2B5EF4-FFF2-40B4-BE49-F238E27FC236}">
                <a16:creationId xmlns:a16="http://schemas.microsoft.com/office/drawing/2014/main" id="{B564DB39-EB24-7A4C-6924-5B5552150CF0}"/>
              </a:ext>
            </a:extLst>
          </p:cNvPr>
          <p:cNvSpPr txBox="1"/>
          <p:nvPr/>
        </p:nvSpPr>
        <p:spPr>
          <a:xfrm>
            <a:off x="1427614" y="659358"/>
            <a:ext cx="15394672" cy="6401753"/>
          </a:xfrm>
          <a:prstGeom prst="rect">
            <a:avLst/>
          </a:prstGeom>
          <a:noFill/>
          <a:ln>
            <a:noFill/>
          </a:ln>
        </p:spPr>
        <p:txBody>
          <a:bodyPr spcFirstLastPara="1" wrap="square" lIns="0" tIns="0" rIns="0" bIns="0" anchor="t" anchorCtr="0">
            <a:spAutoFit/>
          </a:bodyPr>
          <a:lstStyle/>
          <a:p>
            <a:r>
              <a:rPr lang="en-PH" sz="3000" b="1" dirty="0">
                <a:latin typeface="Arial Black" panose="020B0A04020102020204" pitchFamily="34" charset="0"/>
              </a:rPr>
              <a:t>AC in Everyday IT and Electronic Devices</a:t>
            </a:r>
          </a:p>
          <a:p>
            <a:endParaRPr lang="en-PH" sz="1200" b="1" dirty="0"/>
          </a:p>
          <a:p>
            <a:pPr marL="457200" indent="-457200">
              <a:buFont typeface="Wingdings" panose="05000000000000000000" pitchFamily="2" charset="2"/>
              <a:buChar char="Ø"/>
            </a:pPr>
            <a:r>
              <a:rPr lang="en-PH" sz="3000" dirty="0"/>
              <a:t>AC is commonly encountered in IT and electronic systems through wall outlets, power supplies, adapters, and backup power systems.</a:t>
            </a:r>
          </a:p>
          <a:p>
            <a:pPr marL="457200" indent="-457200">
              <a:buFont typeface="Wingdings" panose="05000000000000000000" pitchFamily="2" charset="2"/>
              <a:buChar char="Ø"/>
            </a:pPr>
            <a:endParaRPr lang="en-PH" sz="3000" dirty="0"/>
          </a:p>
          <a:p>
            <a:r>
              <a:rPr lang="en-PH" sz="3000" i="1" dirty="0"/>
              <a:t>Common examples include:</a:t>
            </a:r>
          </a:p>
          <a:p>
            <a:endParaRPr lang="en-PH" sz="3000" dirty="0"/>
          </a:p>
          <a:p>
            <a:pPr marL="514350" lvl="0" indent="-514350" algn="just">
              <a:buFont typeface="+mj-lt"/>
              <a:buAutoNum type="arabicPeriod"/>
            </a:pPr>
            <a:r>
              <a:rPr lang="en-PH" sz="3000" b="1" dirty="0"/>
              <a:t>Desktop computers </a:t>
            </a:r>
            <a:r>
              <a:rPr lang="en-PH" sz="3000" dirty="0"/>
              <a:t>– Receive AC from the wall outlet, which the power supply converts into different DC voltages. </a:t>
            </a:r>
          </a:p>
          <a:p>
            <a:pPr marL="514350" lvl="0" indent="-514350" algn="just">
              <a:buFont typeface="+mj-lt"/>
              <a:buAutoNum type="arabicPeriod"/>
            </a:pPr>
            <a:r>
              <a:rPr lang="en-PH" sz="3000" b="1" dirty="0"/>
              <a:t>Laptop chargers </a:t>
            </a:r>
            <a:r>
              <a:rPr lang="en-PH" sz="3000" dirty="0"/>
              <a:t>– Receive AC and convert it into DC for the laptop and battery.</a:t>
            </a:r>
          </a:p>
          <a:p>
            <a:pPr marL="514350" lvl="0" indent="-514350" algn="just">
              <a:buFont typeface="+mj-lt"/>
              <a:buAutoNum type="arabicPeriod"/>
            </a:pPr>
            <a:r>
              <a:rPr lang="en-PH" sz="3000" b="1" dirty="0"/>
              <a:t>Printers and other IT equipment </a:t>
            </a:r>
            <a:r>
              <a:rPr lang="en-PH" sz="3000" dirty="0"/>
              <a:t>– Use internal power supplies to convert AC into the DC voltages required by their electronic circuits.</a:t>
            </a:r>
          </a:p>
          <a:p>
            <a:endParaRPr lang="en-PH" sz="3000" dirty="0"/>
          </a:p>
          <a:p>
            <a:endParaRPr lang="en-PH" sz="3000" dirty="0"/>
          </a:p>
        </p:txBody>
      </p:sp>
      <p:cxnSp>
        <p:nvCxnSpPr>
          <p:cNvPr id="107" name="Google Shape;107;p14">
            <a:extLst>
              <a:ext uri="{FF2B5EF4-FFF2-40B4-BE49-F238E27FC236}">
                <a16:creationId xmlns:a16="http://schemas.microsoft.com/office/drawing/2014/main" id="{0E016BA3-6050-C0FD-EF8C-8D002D837FFC}"/>
              </a:ext>
            </a:extLst>
          </p:cNvPr>
          <p:cNvCxnSpPr/>
          <p:nvPr/>
        </p:nvCxnSpPr>
        <p:spPr>
          <a:xfrm>
            <a:off x="9124950" y="9667967"/>
            <a:ext cx="8115300" cy="0"/>
          </a:xfrm>
          <a:prstGeom prst="straightConnector1">
            <a:avLst/>
          </a:prstGeom>
          <a:noFill/>
          <a:ln w="38100" cap="flat" cmpd="sng">
            <a:solidFill>
              <a:srgbClr val="E57B6A"/>
            </a:solidFill>
            <a:prstDash val="solid"/>
            <a:round/>
            <a:headEnd type="none" w="sm" len="sm"/>
            <a:tailEnd type="none" w="sm" len="sm"/>
          </a:ln>
        </p:spPr>
      </p:cxnSp>
      <p:pic>
        <p:nvPicPr>
          <p:cNvPr id="110" name="Google Shape;110;p14">
            <a:extLst>
              <a:ext uri="{FF2B5EF4-FFF2-40B4-BE49-F238E27FC236}">
                <a16:creationId xmlns:a16="http://schemas.microsoft.com/office/drawing/2014/main" id="{806FCB91-8F2E-FD9A-60A7-5EC76FFC100C}"/>
              </a:ext>
            </a:extLst>
          </p:cNvPr>
          <p:cNvPicPr preferRelativeResize="0"/>
          <p:nvPr/>
        </p:nvPicPr>
        <p:blipFill>
          <a:blip r:embed="rId4">
            <a:alphaModFix/>
          </a:blip>
          <a:stretch>
            <a:fillRect/>
          </a:stretch>
        </p:blipFill>
        <p:spPr>
          <a:xfrm>
            <a:off x="13807188" y="9057417"/>
            <a:ext cx="3085226" cy="610550"/>
          </a:xfrm>
          <a:prstGeom prst="rect">
            <a:avLst/>
          </a:prstGeom>
          <a:noFill/>
          <a:ln>
            <a:noFill/>
          </a:ln>
        </p:spPr>
      </p:pic>
    </p:spTree>
    <p:extLst>
      <p:ext uri="{BB962C8B-B14F-4D97-AF65-F5344CB8AC3E}">
        <p14:creationId xmlns:p14="http://schemas.microsoft.com/office/powerpoint/2010/main" val="2913978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BFF"/>
        </a:solidFill>
        <a:effectLst/>
      </p:bgPr>
    </p:bg>
    <p:spTree>
      <p:nvGrpSpPr>
        <p:cNvPr id="1" name="Shape 99">
          <a:extLst>
            <a:ext uri="{FF2B5EF4-FFF2-40B4-BE49-F238E27FC236}">
              <a16:creationId xmlns:a16="http://schemas.microsoft.com/office/drawing/2014/main" id="{1DBE0E8F-A4A0-39AE-9753-3F1EB9BE90AB}"/>
            </a:ext>
          </a:extLst>
        </p:cNvPr>
        <p:cNvGrpSpPr/>
        <p:nvPr/>
      </p:nvGrpSpPr>
      <p:grpSpPr>
        <a:xfrm>
          <a:off x="0" y="0"/>
          <a:ext cx="0" cy="0"/>
          <a:chOff x="0" y="0"/>
          <a:chExt cx="0" cy="0"/>
        </a:xfrm>
      </p:grpSpPr>
      <p:pic>
        <p:nvPicPr>
          <p:cNvPr id="100" name="Google Shape;100;p14">
            <a:extLst>
              <a:ext uri="{FF2B5EF4-FFF2-40B4-BE49-F238E27FC236}">
                <a16:creationId xmlns:a16="http://schemas.microsoft.com/office/drawing/2014/main" id="{DF6D9536-35E7-8570-D70C-03553F88A10F}"/>
              </a:ext>
            </a:extLst>
          </p:cNvPr>
          <p:cNvPicPr preferRelativeResize="0"/>
          <p:nvPr/>
        </p:nvPicPr>
        <p:blipFill>
          <a:blip r:embed="rId3">
            <a:alphaModFix/>
          </a:blip>
          <a:stretch>
            <a:fillRect/>
          </a:stretch>
        </p:blipFill>
        <p:spPr>
          <a:xfrm>
            <a:off x="0" y="-107900"/>
            <a:ext cx="18435026" cy="12278002"/>
          </a:xfrm>
          <a:prstGeom prst="rect">
            <a:avLst/>
          </a:prstGeom>
          <a:noFill/>
          <a:ln>
            <a:noFill/>
          </a:ln>
        </p:spPr>
      </p:pic>
      <p:cxnSp>
        <p:nvCxnSpPr>
          <p:cNvPr id="105" name="Google Shape;105;p14">
            <a:extLst>
              <a:ext uri="{FF2B5EF4-FFF2-40B4-BE49-F238E27FC236}">
                <a16:creationId xmlns:a16="http://schemas.microsoft.com/office/drawing/2014/main" id="{ADD201FD-7A7D-48E5-4203-670E616635D9}"/>
              </a:ext>
            </a:extLst>
          </p:cNvPr>
          <p:cNvCxnSpPr/>
          <p:nvPr/>
        </p:nvCxnSpPr>
        <p:spPr>
          <a:xfrm rot="10800000">
            <a:off x="17240250" y="0"/>
            <a:ext cx="0" cy="10856009"/>
          </a:xfrm>
          <a:prstGeom prst="straightConnector1">
            <a:avLst/>
          </a:prstGeom>
          <a:noFill/>
          <a:ln w="38100" cap="flat" cmpd="sng">
            <a:solidFill>
              <a:srgbClr val="E57B6A"/>
            </a:solidFill>
            <a:prstDash val="solid"/>
            <a:round/>
            <a:headEnd type="none" w="sm" len="sm"/>
            <a:tailEnd type="none" w="sm" len="sm"/>
          </a:ln>
        </p:spPr>
      </p:cxnSp>
      <p:sp>
        <p:nvSpPr>
          <p:cNvPr id="106" name="Google Shape;106;p14">
            <a:extLst>
              <a:ext uri="{FF2B5EF4-FFF2-40B4-BE49-F238E27FC236}">
                <a16:creationId xmlns:a16="http://schemas.microsoft.com/office/drawing/2014/main" id="{4D0A95F2-3EEA-E5A7-3501-98BD70EC24BF}"/>
              </a:ext>
            </a:extLst>
          </p:cNvPr>
          <p:cNvSpPr txBox="1"/>
          <p:nvPr/>
        </p:nvSpPr>
        <p:spPr>
          <a:xfrm>
            <a:off x="1392072" y="239938"/>
            <a:ext cx="15394672" cy="2308324"/>
          </a:xfrm>
          <a:prstGeom prst="rect">
            <a:avLst/>
          </a:prstGeom>
          <a:noFill/>
          <a:ln>
            <a:noFill/>
          </a:ln>
        </p:spPr>
        <p:txBody>
          <a:bodyPr spcFirstLastPara="1" wrap="square" lIns="0" tIns="0" rIns="0" bIns="0" anchor="t" anchorCtr="0">
            <a:spAutoFit/>
          </a:bodyPr>
          <a:lstStyle/>
          <a:p>
            <a:r>
              <a:rPr lang="en-PH" sz="3000" b="1" dirty="0">
                <a:latin typeface="Arial Black" panose="020B0A04020102020204" pitchFamily="34" charset="0"/>
              </a:rPr>
              <a:t>IV. AC vs. DC</a:t>
            </a:r>
          </a:p>
          <a:p>
            <a:endParaRPr lang="en-PH" sz="3000" b="1" dirty="0"/>
          </a:p>
          <a:p>
            <a:pPr marL="457200" indent="-457200">
              <a:buFont typeface="Wingdings" panose="05000000000000000000" pitchFamily="2" charset="2"/>
              <a:buChar char="Ø"/>
            </a:pPr>
            <a:r>
              <a:rPr lang="en-PH" sz="3000" dirty="0"/>
              <a:t>The main difference between AC and DC is the direction of current flow.</a:t>
            </a:r>
          </a:p>
          <a:p>
            <a:endParaRPr lang="en-PH" sz="3000" dirty="0"/>
          </a:p>
          <a:p>
            <a:endParaRPr lang="en-PH" sz="3000" dirty="0"/>
          </a:p>
        </p:txBody>
      </p:sp>
      <p:cxnSp>
        <p:nvCxnSpPr>
          <p:cNvPr id="107" name="Google Shape;107;p14">
            <a:extLst>
              <a:ext uri="{FF2B5EF4-FFF2-40B4-BE49-F238E27FC236}">
                <a16:creationId xmlns:a16="http://schemas.microsoft.com/office/drawing/2014/main" id="{EDF82241-1D7C-36D6-A2E1-2AB47B2F8DAA}"/>
              </a:ext>
            </a:extLst>
          </p:cNvPr>
          <p:cNvCxnSpPr/>
          <p:nvPr/>
        </p:nvCxnSpPr>
        <p:spPr>
          <a:xfrm>
            <a:off x="9124950" y="9667967"/>
            <a:ext cx="8115300" cy="0"/>
          </a:xfrm>
          <a:prstGeom prst="straightConnector1">
            <a:avLst/>
          </a:prstGeom>
          <a:noFill/>
          <a:ln w="38100" cap="flat" cmpd="sng">
            <a:solidFill>
              <a:srgbClr val="E57B6A"/>
            </a:solidFill>
            <a:prstDash val="solid"/>
            <a:round/>
            <a:headEnd type="none" w="sm" len="sm"/>
            <a:tailEnd type="none" w="sm" len="sm"/>
          </a:ln>
        </p:spPr>
      </p:cxnSp>
      <p:pic>
        <p:nvPicPr>
          <p:cNvPr id="110" name="Google Shape;110;p14">
            <a:extLst>
              <a:ext uri="{FF2B5EF4-FFF2-40B4-BE49-F238E27FC236}">
                <a16:creationId xmlns:a16="http://schemas.microsoft.com/office/drawing/2014/main" id="{A99E3602-24A7-56E1-E090-4B991DFB5D1E}"/>
              </a:ext>
            </a:extLst>
          </p:cNvPr>
          <p:cNvPicPr preferRelativeResize="0"/>
          <p:nvPr/>
        </p:nvPicPr>
        <p:blipFill>
          <a:blip r:embed="rId4">
            <a:alphaModFix/>
          </a:blip>
          <a:stretch>
            <a:fillRect/>
          </a:stretch>
        </p:blipFill>
        <p:spPr>
          <a:xfrm>
            <a:off x="13807188" y="9057417"/>
            <a:ext cx="3085226" cy="610550"/>
          </a:xfrm>
          <a:prstGeom prst="rect">
            <a:avLst/>
          </a:prstGeom>
          <a:noFill/>
          <a:ln>
            <a:noFill/>
          </a:ln>
        </p:spPr>
      </p:pic>
      <p:graphicFrame>
        <p:nvGraphicFramePr>
          <p:cNvPr id="2" name="Table 1">
            <a:extLst>
              <a:ext uri="{FF2B5EF4-FFF2-40B4-BE49-F238E27FC236}">
                <a16:creationId xmlns:a16="http://schemas.microsoft.com/office/drawing/2014/main" id="{6AFCC257-5C0A-6286-3E01-5F6697F08A39}"/>
              </a:ext>
            </a:extLst>
          </p:cNvPr>
          <p:cNvGraphicFramePr>
            <a:graphicFrameLocks noGrp="1"/>
          </p:cNvGraphicFramePr>
          <p:nvPr>
            <p:extLst>
              <p:ext uri="{D42A27DB-BD31-4B8C-83A1-F6EECF244321}">
                <p14:modId xmlns:p14="http://schemas.microsoft.com/office/powerpoint/2010/main" val="4130591475"/>
              </p:ext>
            </p:extLst>
          </p:nvPr>
        </p:nvGraphicFramePr>
        <p:xfrm>
          <a:off x="1869743" y="2343735"/>
          <a:ext cx="14630392" cy="6058191"/>
        </p:xfrm>
        <a:graphic>
          <a:graphicData uri="http://schemas.openxmlformats.org/drawingml/2006/table">
            <a:tbl>
              <a:tblPr/>
              <a:tblGrid>
                <a:gridCol w="7315196">
                  <a:extLst>
                    <a:ext uri="{9D8B030D-6E8A-4147-A177-3AD203B41FA5}">
                      <a16:colId xmlns:a16="http://schemas.microsoft.com/office/drawing/2014/main" val="3182273762"/>
                    </a:ext>
                  </a:extLst>
                </a:gridCol>
                <a:gridCol w="7315196">
                  <a:extLst>
                    <a:ext uri="{9D8B030D-6E8A-4147-A177-3AD203B41FA5}">
                      <a16:colId xmlns:a16="http://schemas.microsoft.com/office/drawing/2014/main" val="596591205"/>
                    </a:ext>
                  </a:extLst>
                </a:gridCol>
              </a:tblGrid>
              <a:tr h="919663">
                <a:tc>
                  <a:txBody>
                    <a:bodyPr/>
                    <a:lstStyle/>
                    <a:p>
                      <a:pPr algn="ctr">
                        <a:buNone/>
                      </a:pPr>
                      <a:r>
                        <a:rPr lang="en-PH" sz="3000" b="1" dirty="0"/>
                        <a:t>DC – DIRECT CURRENT</a:t>
                      </a:r>
                      <a:endParaRPr lang="en-PH" sz="3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PH" sz="3000" b="1" dirty="0"/>
                        <a:t>AC – ALTERNATING CURRENT</a:t>
                      </a:r>
                      <a:endParaRPr lang="en-PH" sz="3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6091773"/>
                  </a:ext>
                </a:extLst>
              </a:tr>
              <a:tr h="1005837">
                <a:tc>
                  <a:txBody>
                    <a:bodyPr/>
                    <a:lstStyle/>
                    <a:p>
                      <a:pPr marL="457200" indent="-457200">
                        <a:buFont typeface="Wingdings" panose="05000000000000000000" pitchFamily="2" charset="2"/>
                        <a:buChar char="§"/>
                      </a:pPr>
                      <a:r>
                        <a:rPr lang="en-PH" sz="3000" b="0" dirty="0"/>
                        <a:t>Current flows in one direction.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indent="-457200">
                        <a:buFont typeface="Wingdings" panose="05000000000000000000" pitchFamily="2" charset="2"/>
                        <a:buChar char="§"/>
                      </a:pPr>
                      <a:r>
                        <a:rPr lang="en-PH" sz="3000" b="0"/>
                        <a:t>Current periodically changes direction.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6559562"/>
                  </a:ext>
                </a:extLst>
              </a:tr>
              <a:tr h="1005837">
                <a:tc>
                  <a:txBody>
                    <a:bodyPr/>
                    <a:lstStyle/>
                    <a:p>
                      <a:pPr marL="457200" indent="-457200">
                        <a:buFont typeface="Wingdings" panose="05000000000000000000" pitchFamily="2" charset="2"/>
                        <a:buChar char="§"/>
                      </a:pPr>
                      <a:r>
                        <a:rPr lang="en-PH" sz="3000" b="0" dirty="0"/>
                        <a:t>Commonly used by electronic circuits.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indent="-457200">
                        <a:buFont typeface="Wingdings" panose="05000000000000000000" pitchFamily="2" charset="2"/>
                        <a:buChar char="§"/>
                      </a:pPr>
                      <a:r>
                        <a:rPr lang="en-PH" sz="3000" b="0" dirty="0"/>
                        <a:t>Commonly used for power distribution.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137105"/>
                  </a:ext>
                </a:extLst>
              </a:tr>
              <a:tr h="1563427">
                <a:tc>
                  <a:txBody>
                    <a:bodyPr/>
                    <a:lstStyle/>
                    <a:p>
                      <a:pPr marL="457200" indent="-457200">
                        <a:buFont typeface="Wingdings" panose="05000000000000000000" pitchFamily="2" charset="2"/>
                        <a:buChar char="§"/>
                      </a:pPr>
                      <a:r>
                        <a:rPr lang="en-PH" sz="3000" b="0"/>
                        <a:t>Usually supplied by batteries and DC power supplies.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indent="-457200">
                        <a:buFont typeface="Wingdings" panose="05000000000000000000" pitchFamily="2" charset="2"/>
                        <a:buChar char="§"/>
                      </a:pPr>
                      <a:r>
                        <a:rPr lang="en-PH" sz="3000" b="0" dirty="0"/>
                        <a:t>Commonly supplied by wall outlets and electrical utility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8424695"/>
                  </a:ext>
                </a:extLst>
              </a:tr>
              <a:tr h="1563427">
                <a:tc>
                  <a:txBody>
                    <a:bodyPr/>
                    <a:lstStyle/>
                    <a:p>
                      <a:pPr marL="457200" indent="-457200">
                        <a:buFont typeface="Wingdings" panose="05000000000000000000" pitchFamily="2" charset="2"/>
                        <a:buChar char="§"/>
                      </a:pPr>
                      <a:r>
                        <a:rPr lang="en-PH" sz="3000" b="0" dirty="0"/>
                        <a:t>Used by processors, sensors, controllers, and logic circuits.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indent="-457200">
                        <a:buFont typeface="Wingdings" panose="05000000000000000000" pitchFamily="2" charset="2"/>
                        <a:buChar char="§"/>
                      </a:pPr>
                      <a:r>
                        <a:rPr lang="en-PH" sz="3000" b="0" dirty="0"/>
                        <a:t>Used to distribute electrical power to buildings and equipment.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4535378"/>
                  </a:ext>
                </a:extLst>
              </a:tr>
            </a:tbl>
          </a:graphicData>
        </a:graphic>
      </p:graphicFrame>
    </p:spTree>
    <p:extLst>
      <p:ext uri="{BB962C8B-B14F-4D97-AF65-F5344CB8AC3E}">
        <p14:creationId xmlns:p14="http://schemas.microsoft.com/office/powerpoint/2010/main" val="39985753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BFF"/>
        </a:solidFill>
        <a:effectLst/>
      </p:bgPr>
    </p:bg>
    <p:spTree>
      <p:nvGrpSpPr>
        <p:cNvPr id="1" name="Shape 99">
          <a:extLst>
            <a:ext uri="{FF2B5EF4-FFF2-40B4-BE49-F238E27FC236}">
              <a16:creationId xmlns:a16="http://schemas.microsoft.com/office/drawing/2014/main" id="{07295945-6D01-5FD6-F9F3-5AFA32175A99}"/>
            </a:ext>
          </a:extLst>
        </p:cNvPr>
        <p:cNvGrpSpPr/>
        <p:nvPr/>
      </p:nvGrpSpPr>
      <p:grpSpPr>
        <a:xfrm>
          <a:off x="0" y="0"/>
          <a:ext cx="0" cy="0"/>
          <a:chOff x="0" y="0"/>
          <a:chExt cx="0" cy="0"/>
        </a:xfrm>
      </p:grpSpPr>
      <p:pic>
        <p:nvPicPr>
          <p:cNvPr id="100" name="Google Shape;100;p14">
            <a:extLst>
              <a:ext uri="{FF2B5EF4-FFF2-40B4-BE49-F238E27FC236}">
                <a16:creationId xmlns:a16="http://schemas.microsoft.com/office/drawing/2014/main" id="{EAAACA6B-02C6-7515-2C84-E842188C3AA7}"/>
              </a:ext>
            </a:extLst>
          </p:cNvPr>
          <p:cNvPicPr preferRelativeResize="0"/>
          <p:nvPr/>
        </p:nvPicPr>
        <p:blipFill>
          <a:blip r:embed="rId3">
            <a:alphaModFix/>
          </a:blip>
          <a:stretch>
            <a:fillRect/>
          </a:stretch>
        </p:blipFill>
        <p:spPr>
          <a:xfrm>
            <a:off x="0" y="-107900"/>
            <a:ext cx="18435026" cy="12278002"/>
          </a:xfrm>
          <a:prstGeom prst="rect">
            <a:avLst/>
          </a:prstGeom>
          <a:noFill/>
          <a:ln>
            <a:noFill/>
          </a:ln>
        </p:spPr>
      </p:pic>
      <p:cxnSp>
        <p:nvCxnSpPr>
          <p:cNvPr id="105" name="Google Shape;105;p14">
            <a:extLst>
              <a:ext uri="{FF2B5EF4-FFF2-40B4-BE49-F238E27FC236}">
                <a16:creationId xmlns:a16="http://schemas.microsoft.com/office/drawing/2014/main" id="{FBD9AF3F-D053-D0E3-48A4-2261312D547C}"/>
              </a:ext>
            </a:extLst>
          </p:cNvPr>
          <p:cNvCxnSpPr/>
          <p:nvPr/>
        </p:nvCxnSpPr>
        <p:spPr>
          <a:xfrm rot="10800000">
            <a:off x="17240250" y="0"/>
            <a:ext cx="0" cy="10856009"/>
          </a:xfrm>
          <a:prstGeom prst="straightConnector1">
            <a:avLst/>
          </a:prstGeom>
          <a:noFill/>
          <a:ln w="38100" cap="flat" cmpd="sng">
            <a:solidFill>
              <a:srgbClr val="E57B6A"/>
            </a:solidFill>
            <a:prstDash val="solid"/>
            <a:round/>
            <a:headEnd type="none" w="sm" len="sm"/>
            <a:tailEnd type="none" w="sm" len="sm"/>
          </a:ln>
        </p:spPr>
      </p:cxnSp>
      <p:sp>
        <p:nvSpPr>
          <p:cNvPr id="106" name="Google Shape;106;p14">
            <a:extLst>
              <a:ext uri="{FF2B5EF4-FFF2-40B4-BE49-F238E27FC236}">
                <a16:creationId xmlns:a16="http://schemas.microsoft.com/office/drawing/2014/main" id="{96AE3F20-B0F3-4C7C-7C6F-A6A57F0F3DA4}"/>
              </a:ext>
            </a:extLst>
          </p:cNvPr>
          <p:cNvSpPr txBox="1"/>
          <p:nvPr/>
        </p:nvSpPr>
        <p:spPr>
          <a:xfrm>
            <a:off x="1427614" y="417359"/>
            <a:ext cx="15394672" cy="9694962"/>
          </a:xfrm>
          <a:prstGeom prst="rect">
            <a:avLst/>
          </a:prstGeom>
          <a:noFill/>
          <a:ln>
            <a:noFill/>
          </a:ln>
        </p:spPr>
        <p:txBody>
          <a:bodyPr spcFirstLastPara="1" wrap="square" lIns="0" tIns="0" rIns="0" bIns="0" anchor="t" anchorCtr="0">
            <a:spAutoFit/>
          </a:bodyPr>
          <a:lstStyle/>
          <a:p>
            <a:r>
              <a:rPr lang="en-PH" sz="3000" b="1" dirty="0">
                <a:latin typeface="Arial Black" panose="020B0A04020102020204" pitchFamily="34" charset="0"/>
              </a:rPr>
              <a:t>Why Are Both AC and DC Used?</a:t>
            </a:r>
          </a:p>
          <a:p>
            <a:pPr marL="457200" indent="-457200">
              <a:buFont typeface="Wingdings" panose="05000000000000000000" pitchFamily="2" charset="2"/>
              <a:buChar char="Ø"/>
            </a:pPr>
            <a:endParaRPr lang="en-PH" sz="3000" dirty="0"/>
          </a:p>
          <a:p>
            <a:pPr marL="457200" indent="-457200">
              <a:buFont typeface="Wingdings" panose="05000000000000000000" pitchFamily="2" charset="2"/>
              <a:buChar char="Ø"/>
            </a:pPr>
            <a:r>
              <a:rPr lang="en-PH" sz="3000" dirty="0"/>
              <a:t>AC and DC are not competing types of electricity where one is simply better. They are used for different purposes in an electrical system.</a:t>
            </a:r>
          </a:p>
          <a:p>
            <a:pPr marL="457200" indent="-457200">
              <a:buFont typeface="Wingdings" panose="05000000000000000000" pitchFamily="2" charset="2"/>
              <a:buChar char="Ø"/>
            </a:pPr>
            <a:endParaRPr lang="en-PH" sz="3000" dirty="0"/>
          </a:p>
          <a:p>
            <a:r>
              <a:rPr lang="en-PH" sz="3000" b="1" dirty="0">
                <a:latin typeface="Arial Black" panose="020B0A04020102020204" pitchFamily="34" charset="0"/>
              </a:rPr>
              <a:t>1. AC for Power Distribution</a:t>
            </a:r>
          </a:p>
          <a:p>
            <a:pPr marL="457200" indent="-457200">
              <a:buFont typeface="Wingdings" panose="05000000000000000000" pitchFamily="2" charset="2"/>
              <a:buChar char="§"/>
            </a:pPr>
            <a:r>
              <a:rPr lang="en-PH" sz="3000" dirty="0"/>
              <a:t>AC is widely used to deliver electrical power from the utility system to buildings and equipment.</a:t>
            </a:r>
          </a:p>
          <a:p>
            <a:pPr marL="457200" indent="-457200">
              <a:buFont typeface="Wingdings" panose="05000000000000000000" pitchFamily="2" charset="2"/>
              <a:buChar char="§"/>
            </a:pPr>
            <a:r>
              <a:rPr lang="en-PH" sz="3000" dirty="0"/>
              <a:t>One major advantage of AC is that transformers can easily increase or decrease AC voltage.</a:t>
            </a:r>
          </a:p>
          <a:p>
            <a:pPr marL="457200" indent="-457200">
              <a:buFont typeface="Wingdings" panose="05000000000000000000" pitchFamily="2" charset="2"/>
              <a:buChar char="§"/>
            </a:pPr>
            <a:endParaRPr lang="en-PH" sz="3000" dirty="0"/>
          </a:p>
          <a:p>
            <a:r>
              <a:rPr lang="en-PH" sz="3000" b="1" dirty="0">
                <a:latin typeface="Arial Black" panose="020B0A04020102020204" pitchFamily="34" charset="0"/>
              </a:rPr>
              <a:t>2. AC is Converted to DC</a:t>
            </a:r>
          </a:p>
          <a:p>
            <a:pPr marL="457200" indent="-457200">
              <a:buFont typeface="Wingdings" panose="05000000000000000000" pitchFamily="2" charset="2"/>
              <a:buChar char="§"/>
            </a:pPr>
            <a:r>
              <a:rPr lang="en-PH" sz="3000" dirty="0"/>
              <a:t>Many electronic devices cannot operate directly from the AC supplied by a wall outlet.</a:t>
            </a:r>
          </a:p>
          <a:p>
            <a:pPr marL="457200" indent="-457200">
              <a:buFont typeface="Wingdings" panose="05000000000000000000" pitchFamily="2" charset="2"/>
              <a:buChar char="§"/>
            </a:pPr>
            <a:r>
              <a:rPr lang="en-PH" sz="3000" dirty="0"/>
              <a:t>A power supply or adapter converts AC into the DC voltage required by the device.</a:t>
            </a:r>
          </a:p>
          <a:p>
            <a:pPr marL="457200" indent="-457200">
              <a:buFont typeface="Wingdings" panose="05000000000000000000" pitchFamily="2" charset="2"/>
              <a:buChar char="§"/>
            </a:pPr>
            <a:endParaRPr lang="en-PH" sz="3000" dirty="0"/>
          </a:p>
          <a:p>
            <a:r>
              <a:rPr lang="en-PH" sz="3000" b="1" dirty="0">
                <a:latin typeface="Arial Black" panose="020B0A04020102020204" pitchFamily="34" charset="0"/>
              </a:rPr>
              <a:t>3. DC Powers Electronic Circuits</a:t>
            </a:r>
          </a:p>
          <a:p>
            <a:pPr marL="457200" indent="-457200">
              <a:buFont typeface="Wingdings" panose="05000000000000000000" pitchFamily="2" charset="2"/>
              <a:buChar char="§"/>
            </a:pPr>
            <a:r>
              <a:rPr lang="en-PH" sz="3000" dirty="0"/>
              <a:t>Once AC has been converted to DC, the DC supply is used by many electronic circuits and devices.</a:t>
            </a:r>
          </a:p>
          <a:p>
            <a:endParaRPr lang="en-PH" sz="3000" dirty="0"/>
          </a:p>
          <a:p>
            <a:pPr marL="457200" indent="-457200">
              <a:buFont typeface="Wingdings" panose="05000000000000000000" pitchFamily="2" charset="2"/>
              <a:buChar char="§"/>
            </a:pPr>
            <a:endParaRPr lang="en-PH" sz="3000" dirty="0"/>
          </a:p>
          <a:p>
            <a:endParaRPr lang="en-PH" sz="3000" dirty="0"/>
          </a:p>
        </p:txBody>
      </p:sp>
      <p:cxnSp>
        <p:nvCxnSpPr>
          <p:cNvPr id="107" name="Google Shape;107;p14">
            <a:extLst>
              <a:ext uri="{FF2B5EF4-FFF2-40B4-BE49-F238E27FC236}">
                <a16:creationId xmlns:a16="http://schemas.microsoft.com/office/drawing/2014/main" id="{252E227B-71BC-29AA-44A7-D89B840371CF}"/>
              </a:ext>
            </a:extLst>
          </p:cNvPr>
          <p:cNvCxnSpPr/>
          <p:nvPr/>
        </p:nvCxnSpPr>
        <p:spPr>
          <a:xfrm>
            <a:off x="9124950" y="9667967"/>
            <a:ext cx="8115300" cy="0"/>
          </a:xfrm>
          <a:prstGeom prst="straightConnector1">
            <a:avLst/>
          </a:prstGeom>
          <a:noFill/>
          <a:ln w="38100" cap="flat" cmpd="sng">
            <a:solidFill>
              <a:srgbClr val="E57B6A"/>
            </a:solidFill>
            <a:prstDash val="solid"/>
            <a:round/>
            <a:headEnd type="none" w="sm" len="sm"/>
            <a:tailEnd type="none" w="sm" len="sm"/>
          </a:ln>
        </p:spPr>
      </p:cxnSp>
      <p:pic>
        <p:nvPicPr>
          <p:cNvPr id="110" name="Google Shape;110;p14">
            <a:extLst>
              <a:ext uri="{FF2B5EF4-FFF2-40B4-BE49-F238E27FC236}">
                <a16:creationId xmlns:a16="http://schemas.microsoft.com/office/drawing/2014/main" id="{1218B7E6-9D4B-7294-64A1-8947F3245BFB}"/>
              </a:ext>
            </a:extLst>
          </p:cNvPr>
          <p:cNvPicPr preferRelativeResize="0"/>
          <p:nvPr/>
        </p:nvPicPr>
        <p:blipFill>
          <a:blip r:embed="rId4">
            <a:alphaModFix/>
          </a:blip>
          <a:stretch>
            <a:fillRect/>
          </a:stretch>
        </p:blipFill>
        <p:spPr>
          <a:xfrm>
            <a:off x="13807188" y="9057417"/>
            <a:ext cx="3085226" cy="610550"/>
          </a:xfrm>
          <a:prstGeom prst="rect">
            <a:avLst/>
          </a:prstGeom>
          <a:noFill/>
          <a:ln>
            <a:noFill/>
          </a:ln>
        </p:spPr>
      </p:pic>
    </p:spTree>
    <p:extLst>
      <p:ext uri="{BB962C8B-B14F-4D97-AF65-F5344CB8AC3E}">
        <p14:creationId xmlns:p14="http://schemas.microsoft.com/office/powerpoint/2010/main" val="10688183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BFF"/>
        </a:solidFill>
        <a:effectLst/>
      </p:bgPr>
    </p:bg>
    <p:spTree>
      <p:nvGrpSpPr>
        <p:cNvPr id="1" name="Shape 392"/>
        <p:cNvGrpSpPr/>
        <p:nvPr/>
      </p:nvGrpSpPr>
      <p:grpSpPr>
        <a:xfrm>
          <a:off x="0" y="0"/>
          <a:ext cx="0" cy="0"/>
          <a:chOff x="0" y="0"/>
          <a:chExt cx="0" cy="0"/>
        </a:xfrm>
      </p:grpSpPr>
      <p:pic>
        <p:nvPicPr>
          <p:cNvPr id="393" name="Google Shape;393;p27"/>
          <p:cNvPicPr preferRelativeResize="0"/>
          <p:nvPr/>
        </p:nvPicPr>
        <p:blipFill>
          <a:blip r:embed="rId3">
            <a:alphaModFix/>
          </a:blip>
          <a:stretch>
            <a:fillRect/>
          </a:stretch>
        </p:blipFill>
        <p:spPr>
          <a:xfrm>
            <a:off x="0" y="-107900"/>
            <a:ext cx="18435026" cy="12278002"/>
          </a:xfrm>
          <a:prstGeom prst="rect">
            <a:avLst/>
          </a:prstGeom>
          <a:noFill/>
          <a:ln>
            <a:noFill/>
          </a:ln>
        </p:spPr>
      </p:pic>
      <p:sp>
        <p:nvSpPr>
          <p:cNvPr id="397" name="Google Shape;397;p27"/>
          <p:cNvSpPr txBox="1"/>
          <p:nvPr/>
        </p:nvSpPr>
        <p:spPr>
          <a:xfrm>
            <a:off x="1392074" y="4234556"/>
            <a:ext cx="8882927" cy="3323987"/>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9000" b="1" i="0" u="none" strike="noStrike" cap="none" dirty="0">
                <a:solidFill>
                  <a:srgbClr val="4C6968"/>
                </a:solidFill>
                <a:latin typeface="Alegreya Sans SC"/>
                <a:ea typeface="Alegreya Sans SC"/>
                <a:cs typeface="Alegreya Sans SC"/>
                <a:sym typeface="Alegreya Sans SC"/>
              </a:rPr>
              <a:t>END OF WEEK 2 LESSON</a:t>
            </a:r>
            <a:endParaRPr dirty="0"/>
          </a:p>
        </p:txBody>
      </p:sp>
      <p:cxnSp>
        <p:nvCxnSpPr>
          <p:cNvPr id="402" name="Google Shape;402;p27"/>
          <p:cNvCxnSpPr/>
          <p:nvPr/>
        </p:nvCxnSpPr>
        <p:spPr>
          <a:xfrm>
            <a:off x="0" y="2515279"/>
            <a:ext cx="14745235" cy="0"/>
          </a:xfrm>
          <a:prstGeom prst="straightConnector1">
            <a:avLst/>
          </a:prstGeom>
          <a:noFill/>
          <a:ln w="38100" cap="flat" cmpd="sng">
            <a:solidFill>
              <a:srgbClr val="E57B6A"/>
            </a:solidFill>
            <a:prstDash val="solid"/>
            <a:round/>
            <a:headEnd type="none" w="sm" len="sm"/>
            <a:tailEnd type="none" w="sm" len="sm"/>
          </a:ln>
        </p:spPr>
      </p:cxnSp>
      <p:cxnSp>
        <p:nvCxnSpPr>
          <p:cNvPr id="403" name="Google Shape;403;p27"/>
          <p:cNvCxnSpPr/>
          <p:nvPr/>
        </p:nvCxnSpPr>
        <p:spPr>
          <a:xfrm rot="10800000">
            <a:off x="1047750" y="-124973"/>
            <a:ext cx="0" cy="10856009"/>
          </a:xfrm>
          <a:prstGeom prst="straightConnector1">
            <a:avLst/>
          </a:prstGeom>
          <a:noFill/>
          <a:ln w="38100" cap="flat" cmpd="sng">
            <a:solidFill>
              <a:srgbClr val="E57B6A"/>
            </a:solidFill>
            <a:prstDash val="solid"/>
            <a:round/>
            <a:headEnd type="none" w="sm" len="sm"/>
            <a:tailEnd type="none" w="sm" len="sm"/>
          </a:ln>
        </p:spPr>
      </p:cxnSp>
      <p:pic>
        <p:nvPicPr>
          <p:cNvPr id="410" name="Google Shape;410;p27"/>
          <p:cNvPicPr preferRelativeResize="0"/>
          <p:nvPr/>
        </p:nvPicPr>
        <p:blipFill>
          <a:blip r:embed="rId4">
            <a:alphaModFix/>
          </a:blip>
          <a:stretch>
            <a:fillRect/>
          </a:stretch>
        </p:blipFill>
        <p:spPr>
          <a:xfrm>
            <a:off x="9884176" y="1815088"/>
            <a:ext cx="8119282" cy="8162924"/>
          </a:xfrm>
          <a:prstGeom prst="rect">
            <a:avLst/>
          </a:prstGeom>
          <a:noFill/>
          <a:ln>
            <a:noFill/>
          </a:ln>
        </p:spPr>
      </p:pic>
      <p:pic>
        <p:nvPicPr>
          <p:cNvPr id="411" name="Google Shape;411;p27"/>
          <p:cNvPicPr preferRelativeResize="0"/>
          <p:nvPr/>
        </p:nvPicPr>
        <p:blipFill>
          <a:blip r:embed="rId5">
            <a:alphaModFix/>
          </a:blip>
          <a:stretch>
            <a:fillRect/>
          </a:stretch>
        </p:blipFill>
        <p:spPr>
          <a:xfrm>
            <a:off x="11156950" y="3845850"/>
            <a:ext cx="5562599" cy="44590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rchitectural Drafting &amp; CAD Technology Major for College Presentation">
  <a:themeElements>
    <a:clrScheme name="Office">
      <a:dk1>
        <a:srgbClr val="000000"/>
      </a:dk1>
      <a:lt1>
        <a:srgbClr val="FFFFFF"/>
      </a:lt1>
      <a:dk2>
        <a:srgbClr val="888888"/>
      </a:dk2>
      <a:lt2>
        <a:srgbClr val="AD3623"/>
      </a:lt2>
      <a:accent1>
        <a:srgbClr val="E57B6A"/>
      </a:accent1>
      <a:accent2>
        <a:srgbClr val="4C6968"/>
      </a:accent2>
      <a:accent3>
        <a:srgbClr val="A1D3D2"/>
      </a:accent3>
      <a:accent4>
        <a:srgbClr val="F3FBFF"/>
      </a:accent4>
      <a:accent5>
        <a:srgbClr val="888888"/>
      </a:accent5>
      <a:accent6>
        <a:srgbClr val="AD3623"/>
      </a:accent6>
      <a:hlink>
        <a:srgbClr val="E57B6A"/>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655</TotalTime>
  <Words>1059</Words>
  <Application>Microsoft Office PowerPoint</Application>
  <PresentationFormat>Custom</PresentationFormat>
  <Paragraphs>135</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Alegreya Sans SC</vt:lpstr>
      <vt:lpstr>Wingdings</vt:lpstr>
      <vt:lpstr>Bodoni MT Black</vt:lpstr>
      <vt:lpstr>Arial Black</vt:lpstr>
      <vt:lpstr>Calibri</vt:lpstr>
      <vt:lpstr>Architectural Drafting &amp; CAD Technology Major for College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Edgar Venus</cp:lastModifiedBy>
  <cp:revision>4</cp:revision>
  <dcterms:modified xsi:type="dcterms:W3CDTF">2026-08-25T06:08:41Z</dcterms:modified>
</cp:coreProperties>
</file>